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5"/>
  </p:notesMasterIdLst>
  <p:sldIdLst>
    <p:sldId id="291" r:id="rId2"/>
    <p:sldId id="292" r:id="rId3"/>
    <p:sldId id="293" r:id="rId4"/>
    <p:sldId id="313" r:id="rId5"/>
    <p:sldId id="294" r:id="rId6"/>
    <p:sldId id="295" r:id="rId7"/>
    <p:sldId id="296" r:id="rId8"/>
    <p:sldId id="298" r:id="rId9"/>
    <p:sldId id="299" r:id="rId10"/>
    <p:sldId id="300" r:id="rId11"/>
    <p:sldId id="301" r:id="rId12"/>
    <p:sldId id="314" r:id="rId13"/>
    <p:sldId id="317" r:id="rId14"/>
    <p:sldId id="305" r:id="rId15"/>
    <p:sldId id="306" r:id="rId16"/>
    <p:sldId id="307" r:id="rId17"/>
    <p:sldId id="310" r:id="rId18"/>
    <p:sldId id="308" r:id="rId19"/>
    <p:sldId id="309" r:id="rId20"/>
    <p:sldId id="311" r:id="rId21"/>
    <p:sldId id="312" r:id="rId22"/>
    <p:sldId id="316" r:id="rId23"/>
    <p:sldId id="315" r:id="rId24"/>
  </p:sldIdLst>
  <p:sldSz cx="12241213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269D01E-BC32-4049-B463-5C60D7B0CCD2}" styleName="Style à thème 2 - Accentuation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929F9F4-4A8F-4326-A1B4-22849713DDAB}" styleName="Style foncé 1 - Accentuation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Style foncé 1 - Accentuation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Style foncé 1 - Accentuation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4" d="100"/>
          <a:sy n="64" d="100"/>
        </p:scale>
        <p:origin x="-78" y="-78"/>
      </p:cViewPr>
      <p:guideLst>
        <p:guide orient="horz" pos="2160"/>
        <p:guide pos="385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E4BDFE-0F10-4193-84DF-ED8D6460FC89}" type="doc">
      <dgm:prSet loTypeId="urn:microsoft.com/office/officeart/2005/8/layout/list1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fr-FR"/>
        </a:p>
      </dgm:t>
    </dgm:pt>
    <dgm:pt modelId="{2B5091E5-A4A3-440F-95DC-D78B235D5DB4}">
      <dgm:prSet phldrT="[Texte]"/>
      <dgm:spPr/>
      <dgm:t>
        <a:bodyPr/>
        <a:lstStyle/>
        <a:p>
          <a:r>
            <a:rPr lang="fr-FR" b="1" dirty="0" smtClean="0"/>
            <a:t>Installer et configurer MTA: </a:t>
          </a:r>
          <a:r>
            <a:rPr lang="fr-FR" b="1" dirty="0" err="1" smtClean="0"/>
            <a:t>Postfix</a:t>
          </a:r>
          <a:r>
            <a:rPr lang="fr-FR" b="1" dirty="0" smtClean="0"/>
            <a:t> </a:t>
          </a:r>
          <a:endParaRPr lang="fr-FR" dirty="0"/>
        </a:p>
      </dgm:t>
    </dgm:pt>
    <dgm:pt modelId="{2F43EDC5-DF0C-442C-BB0D-284C3C2BA80E}" type="parTrans" cxnId="{CC52A6F0-DB22-40C7-B4D1-C1A46B606868}">
      <dgm:prSet/>
      <dgm:spPr/>
      <dgm:t>
        <a:bodyPr/>
        <a:lstStyle/>
        <a:p>
          <a:endParaRPr lang="fr-FR"/>
        </a:p>
      </dgm:t>
    </dgm:pt>
    <dgm:pt modelId="{E61C8004-7CDC-49C2-8980-91672D8A5EE8}" type="sibTrans" cxnId="{CC52A6F0-DB22-40C7-B4D1-C1A46B606868}">
      <dgm:prSet/>
      <dgm:spPr/>
      <dgm:t>
        <a:bodyPr/>
        <a:lstStyle/>
        <a:p>
          <a:endParaRPr lang="fr-FR"/>
        </a:p>
      </dgm:t>
    </dgm:pt>
    <dgm:pt modelId="{BBB99CED-4A6F-47F4-B8E7-514649C12086}">
      <dgm:prSet phldrT="[Texte]"/>
      <dgm:spPr/>
      <dgm:t>
        <a:bodyPr/>
        <a:lstStyle/>
        <a:p>
          <a:r>
            <a:rPr lang="fr-FR" b="1" dirty="0" smtClean="0"/>
            <a:t>Installer et configurer MDA: </a:t>
          </a:r>
          <a:r>
            <a:rPr lang="fr-FR" b="1" dirty="0" err="1" smtClean="0"/>
            <a:t>Dovecot</a:t>
          </a:r>
          <a:r>
            <a:rPr lang="fr-FR" b="1" dirty="0" smtClean="0"/>
            <a:t> </a:t>
          </a:r>
          <a:endParaRPr lang="fr-FR" dirty="0"/>
        </a:p>
      </dgm:t>
    </dgm:pt>
    <dgm:pt modelId="{8FBDB4F4-13EB-437B-9E2F-66D427239B72}" type="parTrans" cxnId="{E828B365-AEFF-40B7-B32D-304F498A1412}">
      <dgm:prSet/>
      <dgm:spPr/>
      <dgm:t>
        <a:bodyPr/>
        <a:lstStyle/>
        <a:p>
          <a:endParaRPr lang="fr-FR"/>
        </a:p>
      </dgm:t>
    </dgm:pt>
    <dgm:pt modelId="{83A24266-8614-4978-AB23-38A0F7FE8E2E}" type="sibTrans" cxnId="{E828B365-AEFF-40B7-B32D-304F498A1412}">
      <dgm:prSet/>
      <dgm:spPr/>
      <dgm:t>
        <a:bodyPr/>
        <a:lstStyle/>
        <a:p>
          <a:endParaRPr lang="fr-FR"/>
        </a:p>
      </dgm:t>
    </dgm:pt>
    <dgm:pt modelId="{EA6AAEDF-D6EF-4C7C-B1E3-F385A1A8DA8E}">
      <dgm:prSet/>
      <dgm:spPr/>
      <dgm:t>
        <a:bodyPr/>
        <a:lstStyle/>
        <a:p>
          <a:r>
            <a:rPr lang="fr-FR" b="1" dirty="0" smtClean="0"/>
            <a:t>Installer et configurer MTA: </a:t>
          </a:r>
          <a:r>
            <a:rPr lang="en-US" dirty="0" smtClean="0"/>
            <a:t>Thunderbird</a:t>
          </a:r>
          <a:endParaRPr lang="fr-FR" dirty="0" smtClean="0"/>
        </a:p>
      </dgm:t>
    </dgm:pt>
    <dgm:pt modelId="{7E3407C0-4178-446B-B125-E0CF33D3230A}" type="parTrans" cxnId="{3AFC9589-A120-4CC8-977F-A732D1CAF4B5}">
      <dgm:prSet/>
      <dgm:spPr/>
      <dgm:t>
        <a:bodyPr/>
        <a:lstStyle/>
        <a:p>
          <a:endParaRPr lang="fr-FR"/>
        </a:p>
      </dgm:t>
    </dgm:pt>
    <dgm:pt modelId="{F4EA5A6F-C57A-4FA3-8E33-24AA9F69A574}" type="sibTrans" cxnId="{3AFC9589-A120-4CC8-977F-A732D1CAF4B5}">
      <dgm:prSet/>
      <dgm:spPr/>
      <dgm:t>
        <a:bodyPr/>
        <a:lstStyle/>
        <a:p>
          <a:endParaRPr lang="fr-FR"/>
        </a:p>
      </dgm:t>
    </dgm:pt>
    <dgm:pt modelId="{8A8DACC9-89C1-4C03-A225-0DC864C017CF}">
      <dgm:prSet/>
      <dgm:spPr/>
      <dgm:t>
        <a:bodyPr/>
        <a:lstStyle/>
        <a:p>
          <a:r>
            <a:rPr lang="fr-FR" dirty="0" smtClean="0"/>
            <a:t>Assurer une communication de service de messagerie entre deux clients </a:t>
          </a:r>
          <a:endParaRPr lang="fr-FR" dirty="0"/>
        </a:p>
      </dgm:t>
    </dgm:pt>
    <dgm:pt modelId="{B3D3596E-7E8E-4497-B510-A5C3BCB4FA63}" type="parTrans" cxnId="{22052D39-4E6F-4532-A236-ECE393B36702}">
      <dgm:prSet/>
      <dgm:spPr/>
    </dgm:pt>
    <dgm:pt modelId="{DAB0D20E-B0F6-45FB-827F-6CA347CB2E95}" type="sibTrans" cxnId="{22052D39-4E6F-4532-A236-ECE393B36702}">
      <dgm:prSet/>
      <dgm:spPr/>
    </dgm:pt>
    <dgm:pt modelId="{C36C6CE1-5E78-44DA-94EB-691487F2DD1C}" type="pres">
      <dgm:prSet presAssocID="{4EE4BDFE-0F10-4193-84DF-ED8D6460FC89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D1D9F1DC-4EF5-45AB-AF7F-269F69ED3BE6}" type="pres">
      <dgm:prSet presAssocID="{2B5091E5-A4A3-440F-95DC-D78B235D5DB4}" presName="parentLin" presStyleCnt="0"/>
      <dgm:spPr/>
    </dgm:pt>
    <dgm:pt modelId="{63BA89CC-3106-4B15-96D2-B0689DE4906C}" type="pres">
      <dgm:prSet presAssocID="{2B5091E5-A4A3-440F-95DC-D78B235D5DB4}" presName="parentLeftMargin" presStyleLbl="node1" presStyleIdx="0" presStyleCnt="4"/>
      <dgm:spPr/>
      <dgm:t>
        <a:bodyPr/>
        <a:lstStyle/>
        <a:p>
          <a:endParaRPr lang="fr-FR"/>
        </a:p>
      </dgm:t>
    </dgm:pt>
    <dgm:pt modelId="{D5D55E34-CDBB-4AF7-959B-A466B4569992}" type="pres">
      <dgm:prSet presAssocID="{2B5091E5-A4A3-440F-95DC-D78B235D5DB4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1655450-1ED8-4BFF-9DAA-A928DEE6CFF0}" type="pres">
      <dgm:prSet presAssocID="{2B5091E5-A4A3-440F-95DC-D78B235D5DB4}" presName="negativeSpace" presStyleCnt="0"/>
      <dgm:spPr/>
    </dgm:pt>
    <dgm:pt modelId="{0F3D5CA7-3AB0-4E02-8875-E974DAB8DD2D}" type="pres">
      <dgm:prSet presAssocID="{2B5091E5-A4A3-440F-95DC-D78B235D5DB4}" presName="childText" presStyleLbl="conFgAcc1" presStyleIdx="0" presStyleCnt="4">
        <dgm:presLayoutVars>
          <dgm:bulletEnabled val="1"/>
        </dgm:presLayoutVars>
      </dgm:prSet>
      <dgm:spPr/>
    </dgm:pt>
    <dgm:pt modelId="{84AAEA25-0F5A-4402-B0FE-234BBC0C3D87}" type="pres">
      <dgm:prSet presAssocID="{E61C8004-7CDC-49C2-8980-91672D8A5EE8}" presName="spaceBetweenRectangles" presStyleCnt="0"/>
      <dgm:spPr/>
    </dgm:pt>
    <dgm:pt modelId="{E5C6B83A-BE40-41CA-B086-2E57B23057F7}" type="pres">
      <dgm:prSet presAssocID="{BBB99CED-4A6F-47F4-B8E7-514649C12086}" presName="parentLin" presStyleCnt="0"/>
      <dgm:spPr/>
    </dgm:pt>
    <dgm:pt modelId="{2A3E7440-5A03-4C2F-90C1-D9D6F512A526}" type="pres">
      <dgm:prSet presAssocID="{BBB99CED-4A6F-47F4-B8E7-514649C12086}" presName="parentLeftMargin" presStyleLbl="node1" presStyleIdx="0" presStyleCnt="4"/>
      <dgm:spPr/>
      <dgm:t>
        <a:bodyPr/>
        <a:lstStyle/>
        <a:p>
          <a:endParaRPr lang="fr-FR"/>
        </a:p>
      </dgm:t>
    </dgm:pt>
    <dgm:pt modelId="{A4405938-B1AE-449C-9FDD-12FB68E96DE1}" type="pres">
      <dgm:prSet presAssocID="{BBB99CED-4A6F-47F4-B8E7-514649C12086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84836EB-5CCC-40EF-988C-ADD0E5B1379D}" type="pres">
      <dgm:prSet presAssocID="{BBB99CED-4A6F-47F4-B8E7-514649C12086}" presName="negativeSpace" presStyleCnt="0"/>
      <dgm:spPr/>
    </dgm:pt>
    <dgm:pt modelId="{2C8A888C-EC90-4A28-B2F2-A91F90B8BB12}" type="pres">
      <dgm:prSet presAssocID="{BBB99CED-4A6F-47F4-B8E7-514649C12086}" presName="childText" presStyleLbl="conFgAcc1" presStyleIdx="1" presStyleCnt="4">
        <dgm:presLayoutVars>
          <dgm:bulletEnabled val="1"/>
        </dgm:presLayoutVars>
      </dgm:prSet>
      <dgm:spPr/>
    </dgm:pt>
    <dgm:pt modelId="{34B6135F-A9C1-4693-8EE6-AFB945F11AA6}" type="pres">
      <dgm:prSet presAssocID="{83A24266-8614-4978-AB23-38A0F7FE8E2E}" presName="spaceBetweenRectangles" presStyleCnt="0"/>
      <dgm:spPr/>
    </dgm:pt>
    <dgm:pt modelId="{BF812BF9-4334-423B-8469-ED26293F7509}" type="pres">
      <dgm:prSet presAssocID="{EA6AAEDF-D6EF-4C7C-B1E3-F385A1A8DA8E}" presName="parentLin" presStyleCnt="0"/>
      <dgm:spPr/>
    </dgm:pt>
    <dgm:pt modelId="{043C1AA7-6707-4883-8BC5-FA77A58B851C}" type="pres">
      <dgm:prSet presAssocID="{EA6AAEDF-D6EF-4C7C-B1E3-F385A1A8DA8E}" presName="parentLeftMargin" presStyleLbl="node1" presStyleIdx="1" presStyleCnt="4"/>
      <dgm:spPr/>
      <dgm:t>
        <a:bodyPr/>
        <a:lstStyle/>
        <a:p>
          <a:endParaRPr lang="fr-FR"/>
        </a:p>
      </dgm:t>
    </dgm:pt>
    <dgm:pt modelId="{3FC0ACFD-5454-444E-BE47-94DAE29D3529}" type="pres">
      <dgm:prSet presAssocID="{EA6AAEDF-D6EF-4C7C-B1E3-F385A1A8DA8E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9A34977-4147-4630-9EC3-B3BC015316E9}" type="pres">
      <dgm:prSet presAssocID="{EA6AAEDF-D6EF-4C7C-B1E3-F385A1A8DA8E}" presName="negativeSpace" presStyleCnt="0"/>
      <dgm:spPr/>
    </dgm:pt>
    <dgm:pt modelId="{C8ABEA9F-45B1-466C-B261-CC817B6EA1BA}" type="pres">
      <dgm:prSet presAssocID="{EA6AAEDF-D6EF-4C7C-B1E3-F385A1A8DA8E}" presName="childText" presStyleLbl="conFgAcc1" presStyleIdx="2" presStyleCnt="4">
        <dgm:presLayoutVars>
          <dgm:bulletEnabled val="1"/>
        </dgm:presLayoutVars>
      </dgm:prSet>
      <dgm:spPr/>
    </dgm:pt>
    <dgm:pt modelId="{DF67EFA4-BCF6-4145-B60B-7F489695E958}" type="pres">
      <dgm:prSet presAssocID="{F4EA5A6F-C57A-4FA3-8E33-24AA9F69A574}" presName="spaceBetweenRectangles" presStyleCnt="0"/>
      <dgm:spPr/>
    </dgm:pt>
    <dgm:pt modelId="{5AEF0721-839B-4D92-88EB-787B828242FD}" type="pres">
      <dgm:prSet presAssocID="{8A8DACC9-89C1-4C03-A225-0DC864C017CF}" presName="parentLin" presStyleCnt="0"/>
      <dgm:spPr/>
    </dgm:pt>
    <dgm:pt modelId="{42C15D74-0CD6-49FA-A4D4-85871C66DF9E}" type="pres">
      <dgm:prSet presAssocID="{8A8DACC9-89C1-4C03-A225-0DC864C017CF}" presName="parentLeftMargin" presStyleLbl="node1" presStyleIdx="2" presStyleCnt="4"/>
      <dgm:spPr/>
      <dgm:t>
        <a:bodyPr/>
        <a:lstStyle/>
        <a:p>
          <a:endParaRPr lang="fr-FR"/>
        </a:p>
      </dgm:t>
    </dgm:pt>
    <dgm:pt modelId="{60FC0C7E-DE6D-4DCB-982B-61CDD9FF0ED6}" type="pres">
      <dgm:prSet presAssocID="{8A8DACC9-89C1-4C03-A225-0DC864C017CF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F8EC15B-FB5F-4506-9907-6F803872547A}" type="pres">
      <dgm:prSet presAssocID="{8A8DACC9-89C1-4C03-A225-0DC864C017CF}" presName="negativeSpace" presStyleCnt="0"/>
      <dgm:spPr/>
    </dgm:pt>
    <dgm:pt modelId="{92557CAD-5739-4AE7-BD50-ECE34A0571A6}" type="pres">
      <dgm:prSet presAssocID="{8A8DACC9-89C1-4C03-A225-0DC864C017CF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B3183802-293C-44D5-9D7D-B4ED5E4E43A7}" type="presOf" srcId="{EA6AAEDF-D6EF-4C7C-B1E3-F385A1A8DA8E}" destId="{3FC0ACFD-5454-444E-BE47-94DAE29D3529}" srcOrd="1" destOrd="0" presId="urn:microsoft.com/office/officeart/2005/8/layout/list1"/>
    <dgm:cxn modelId="{35AC56CD-46A8-4FB6-AA69-4AAC2E30D6E3}" type="presOf" srcId="{4EE4BDFE-0F10-4193-84DF-ED8D6460FC89}" destId="{C36C6CE1-5E78-44DA-94EB-691487F2DD1C}" srcOrd="0" destOrd="0" presId="urn:microsoft.com/office/officeart/2005/8/layout/list1"/>
    <dgm:cxn modelId="{E828B365-AEFF-40B7-B32D-304F498A1412}" srcId="{4EE4BDFE-0F10-4193-84DF-ED8D6460FC89}" destId="{BBB99CED-4A6F-47F4-B8E7-514649C12086}" srcOrd="1" destOrd="0" parTransId="{8FBDB4F4-13EB-437B-9E2F-66D427239B72}" sibTransId="{83A24266-8614-4978-AB23-38A0F7FE8E2E}"/>
    <dgm:cxn modelId="{6E4F5EEB-82FE-4E9C-B514-2BE26E187881}" type="presOf" srcId="{BBB99CED-4A6F-47F4-B8E7-514649C12086}" destId="{A4405938-B1AE-449C-9FDD-12FB68E96DE1}" srcOrd="1" destOrd="0" presId="urn:microsoft.com/office/officeart/2005/8/layout/list1"/>
    <dgm:cxn modelId="{D5C8973F-04D2-41FC-9EC0-E31D156EC01D}" type="presOf" srcId="{2B5091E5-A4A3-440F-95DC-D78B235D5DB4}" destId="{D5D55E34-CDBB-4AF7-959B-A466B4569992}" srcOrd="1" destOrd="0" presId="urn:microsoft.com/office/officeart/2005/8/layout/list1"/>
    <dgm:cxn modelId="{1B48C48D-EEC3-46E1-B2BC-34857A6565EF}" type="presOf" srcId="{2B5091E5-A4A3-440F-95DC-D78B235D5DB4}" destId="{63BA89CC-3106-4B15-96D2-B0689DE4906C}" srcOrd="0" destOrd="0" presId="urn:microsoft.com/office/officeart/2005/8/layout/list1"/>
    <dgm:cxn modelId="{13D9EF42-C3B4-4FB9-96AF-91470818BF98}" type="presOf" srcId="{8A8DACC9-89C1-4C03-A225-0DC864C017CF}" destId="{60FC0C7E-DE6D-4DCB-982B-61CDD9FF0ED6}" srcOrd="1" destOrd="0" presId="urn:microsoft.com/office/officeart/2005/8/layout/list1"/>
    <dgm:cxn modelId="{B96C34B1-2B0E-4DF5-84A7-2E0BC91C9D09}" type="presOf" srcId="{EA6AAEDF-D6EF-4C7C-B1E3-F385A1A8DA8E}" destId="{043C1AA7-6707-4883-8BC5-FA77A58B851C}" srcOrd="0" destOrd="0" presId="urn:microsoft.com/office/officeart/2005/8/layout/list1"/>
    <dgm:cxn modelId="{BD1FB394-61DB-462E-8539-FF0CEFE456DF}" type="presOf" srcId="{8A8DACC9-89C1-4C03-A225-0DC864C017CF}" destId="{42C15D74-0CD6-49FA-A4D4-85871C66DF9E}" srcOrd="0" destOrd="0" presId="urn:microsoft.com/office/officeart/2005/8/layout/list1"/>
    <dgm:cxn modelId="{F59A134F-327F-4409-AAC2-34BFF528B148}" type="presOf" srcId="{BBB99CED-4A6F-47F4-B8E7-514649C12086}" destId="{2A3E7440-5A03-4C2F-90C1-D9D6F512A526}" srcOrd="0" destOrd="0" presId="urn:microsoft.com/office/officeart/2005/8/layout/list1"/>
    <dgm:cxn modelId="{22052D39-4E6F-4532-A236-ECE393B36702}" srcId="{4EE4BDFE-0F10-4193-84DF-ED8D6460FC89}" destId="{8A8DACC9-89C1-4C03-A225-0DC864C017CF}" srcOrd="3" destOrd="0" parTransId="{B3D3596E-7E8E-4497-B510-A5C3BCB4FA63}" sibTransId="{DAB0D20E-B0F6-45FB-827F-6CA347CB2E95}"/>
    <dgm:cxn modelId="{3AFC9589-A120-4CC8-977F-A732D1CAF4B5}" srcId="{4EE4BDFE-0F10-4193-84DF-ED8D6460FC89}" destId="{EA6AAEDF-D6EF-4C7C-B1E3-F385A1A8DA8E}" srcOrd="2" destOrd="0" parTransId="{7E3407C0-4178-446B-B125-E0CF33D3230A}" sibTransId="{F4EA5A6F-C57A-4FA3-8E33-24AA9F69A574}"/>
    <dgm:cxn modelId="{CC52A6F0-DB22-40C7-B4D1-C1A46B606868}" srcId="{4EE4BDFE-0F10-4193-84DF-ED8D6460FC89}" destId="{2B5091E5-A4A3-440F-95DC-D78B235D5DB4}" srcOrd="0" destOrd="0" parTransId="{2F43EDC5-DF0C-442C-BB0D-284C3C2BA80E}" sibTransId="{E61C8004-7CDC-49C2-8980-91672D8A5EE8}"/>
    <dgm:cxn modelId="{797A3A7D-384D-44F5-9F79-B16CD527321E}" type="presParOf" srcId="{C36C6CE1-5E78-44DA-94EB-691487F2DD1C}" destId="{D1D9F1DC-4EF5-45AB-AF7F-269F69ED3BE6}" srcOrd="0" destOrd="0" presId="urn:microsoft.com/office/officeart/2005/8/layout/list1"/>
    <dgm:cxn modelId="{AEB75195-791C-4D31-8469-B7BC63C5C7A7}" type="presParOf" srcId="{D1D9F1DC-4EF5-45AB-AF7F-269F69ED3BE6}" destId="{63BA89CC-3106-4B15-96D2-B0689DE4906C}" srcOrd="0" destOrd="0" presId="urn:microsoft.com/office/officeart/2005/8/layout/list1"/>
    <dgm:cxn modelId="{145423BA-B3B3-4149-8B2D-372871D04E44}" type="presParOf" srcId="{D1D9F1DC-4EF5-45AB-AF7F-269F69ED3BE6}" destId="{D5D55E34-CDBB-4AF7-959B-A466B4569992}" srcOrd="1" destOrd="0" presId="urn:microsoft.com/office/officeart/2005/8/layout/list1"/>
    <dgm:cxn modelId="{87D26702-FEA1-4DD2-A1B0-091EC91B7269}" type="presParOf" srcId="{C36C6CE1-5E78-44DA-94EB-691487F2DD1C}" destId="{21655450-1ED8-4BFF-9DAA-A928DEE6CFF0}" srcOrd="1" destOrd="0" presId="urn:microsoft.com/office/officeart/2005/8/layout/list1"/>
    <dgm:cxn modelId="{D2B42168-EABC-470B-8881-70579AD1D619}" type="presParOf" srcId="{C36C6CE1-5E78-44DA-94EB-691487F2DD1C}" destId="{0F3D5CA7-3AB0-4E02-8875-E974DAB8DD2D}" srcOrd="2" destOrd="0" presId="urn:microsoft.com/office/officeart/2005/8/layout/list1"/>
    <dgm:cxn modelId="{4564CCAB-9439-47D6-9B50-3EDAABC1529F}" type="presParOf" srcId="{C36C6CE1-5E78-44DA-94EB-691487F2DD1C}" destId="{84AAEA25-0F5A-4402-B0FE-234BBC0C3D87}" srcOrd="3" destOrd="0" presId="urn:microsoft.com/office/officeart/2005/8/layout/list1"/>
    <dgm:cxn modelId="{E2ECFA92-B303-4A6B-B82D-30403722F810}" type="presParOf" srcId="{C36C6CE1-5E78-44DA-94EB-691487F2DD1C}" destId="{E5C6B83A-BE40-41CA-B086-2E57B23057F7}" srcOrd="4" destOrd="0" presId="urn:microsoft.com/office/officeart/2005/8/layout/list1"/>
    <dgm:cxn modelId="{DA63B7E8-3BDD-4507-AFB2-E3DC6D826F1D}" type="presParOf" srcId="{E5C6B83A-BE40-41CA-B086-2E57B23057F7}" destId="{2A3E7440-5A03-4C2F-90C1-D9D6F512A526}" srcOrd="0" destOrd="0" presId="urn:microsoft.com/office/officeart/2005/8/layout/list1"/>
    <dgm:cxn modelId="{E9BF29F8-7635-4429-8F1A-4C9C20C86EA6}" type="presParOf" srcId="{E5C6B83A-BE40-41CA-B086-2E57B23057F7}" destId="{A4405938-B1AE-449C-9FDD-12FB68E96DE1}" srcOrd="1" destOrd="0" presId="urn:microsoft.com/office/officeart/2005/8/layout/list1"/>
    <dgm:cxn modelId="{0F216BF6-A32B-4ECB-9C2D-159D45BC0B2D}" type="presParOf" srcId="{C36C6CE1-5E78-44DA-94EB-691487F2DD1C}" destId="{884836EB-5CCC-40EF-988C-ADD0E5B1379D}" srcOrd="5" destOrd="0" presId="urn:microsoft.com/office/officeart/2005/8/layout/list1"/>
    <dgm:cxn modelId="{252397A4-571C-4EB3-8EE1-FF27EF4A73E1}" type="presParOf" srcId="{C36C6CE1-5E78-44DA-94EB-691487F2DD1C}" destId="{2C8A888C-EC90-4A28-B2F2-A91F90B8BB12}" srcOrd="6" destOrd="0" presId="urn:microsoft.com/office/officeart/2005/8/layout/list1"/>
    <dgm:cxn modelId="{9787DB1B-4FA5-49CA-B786-DC65DA54037F}" type="presParOf" srcId="{C36C6CE1-5E78-44DA-94EB-691487F2DD1C}" destId="{34B6135F-A9C1-4693-8EE6-AFB945F11AA6}" srcOrd="7" destOrd="0" presId="urn:microsoft.com/office/officeart/2005/8/layout/list1"/>
    <dgm:cxn modelId="{D810C2B9-F7C0-473C-9442-639402BF3CAE}" type="presParOf" srcId="{C36C6CE1-5E78-44DA-94EB-691487F2DD1C}" destId="{BF812BF9-4334-423B-8469-ED26293F7509}" srcOrd="8" destOrd="0" presId="urn:microsoft.com/office/officeart/2005/8/layout/list1"/>
    <dgm:cxn modelId="{C1259A54-DBC0-455E-BFC5-E4B518DF1232}" type="presParOf" srcId="{BF812BF9-4334-423B-8469-ED26293F7509}" destId="{043C1AA7-6707-4883-8BC5-FA77A58B851C}" srcOrd="0" destOrd="0" presId="urn:microsoft.com/office/officeart/2005/8/layout/list1"/>
    <dgm:cxn modelId="{1E0277F4-6F36-4D79-99C5-CD8834A295C7}" type="presParOf" srcId="{BF812BF9-4334-423B-8469-ED26293F7509}" destId="{3FC0ACFD-5454-444E-BE47-94DAE29D3529}" srcOrd="1" destOrd="0" presId="urn:microsoft.com/office/officeart/2005/8/layout/list1"/>
    <dgm:cxn modelId="{A004159B-9992-4BA1-B890-F562A7C33E02}" type="presParOf" srcId="{C36C6CE1-5E78-44DA-94EB-691487F2DD1C}" destId="{C9A34977-4147-4630-9EC3-B3BC015316E9}" srcOrd="9" destOrd="0" presId="urn:microsoft.com/office/officeart/2005/8/layout/list1"/>
    <dgm:cxn modelId="{5CD791EA-5ADC-47AD-8BD9-797CE9DB0CD7}" type="presParOf" srcId="{C36C6CE1-5E78-44DA-94EB-691487F2DD1C}" destId="{C8ABEA9F-45B1-466C-B261-CC817B6EA1BA}" srcOrd="10" destOrd="0" presId="urn:microsoft.com/office/officeart/2005/8/layout/list1"/>
    <dgm:cxn modelId="{B980FF47-4D6B-4100-92BB-576EF2AAB4C2}" type="presParOf" srcId="{C36C6CE1-5E78-44DA-94EB-691487F2DD1C}" destId="{DF67EFA4-BCF6-4145-B60B-7F489695E958}" srcOrd="11" destOrd="0" presId="urn:microsoft.com/office/officeart/2005/8/layout/list1"/>
    <dgm:cxn modelId="{81D095C8-F36E-4D00-8EF3-44A883229BC1}" type="presParOf" srcId="{C36C6CE1-5E78-44DA-94EB-691487F2DD1C}" destId="{5AEF0721-839B-4D92-88EB-787B828242FD}" srcOrd="12" destOrd="0" presId="urn:microsoft.com/office/officeart/2005/8/layout/list1"/>
    <dgm:cxn modelId="{ECD70F3F-3653-43A1-AAFE-72509BEC1BD1}" type="presParOf" srcId="{5AEF0721-839B-4D92-88EB-787B828242FD}" destId="{42C15D74-0CD6-49FA-A4D4-85871C66DF9E}" srcOrd="0" destOrd="0" presId="urn:microsoft.com/office/officeart/2005/8/layout/list1"/>
    <dgm:cxn modelId="{47A1E62F-A82B-4EB4-9B1F-C4784CA6573A}" type="presParOf" srcId="{5AEF0721-839B-4D92-88EB-787B828242FD}" destId="{60FC0C7E-DE6D-4DCB-982B-61CDD9FF0ED6}" srcOrd="1" destOrd="0" presId="urn:microsoft.com/office/officeart/2005/8/layout/list1"/>
    <dgm:cxn modelId="{36ED6E50-D43E-4F3F-B1AD-6E2C3F90C8FD}" type="presParOf" srcId="{C36C6CE1-5E78-44DA-94EB-691487F2DD1C}" destId="{0F8EC15B-FB5F-4506-9907-6F803872547A}" srcOrd="13" destOrd="0" presId="urn:microsoft.com/office/officeart/2005/8/layout/list1"/>
    <dgm:cxn modelId="{1E6DEAC5-06EC-40E5-AD19-F1778A1526F8}" type="presParOf" srcId="{C36C6CE1-5E78-44DA-94EB-691487F2DD1C}" destId="{92557CAD-5739-4AE7-BD50-ECE34A0571A6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F3D5CA7-3AB0-4E02-8875-E974DAB8DD2D}">
      <dsp:nvSpPr>
        <dsp:cNvPr id="0" name=""/>
        <dsp:cNvSpPr/>
      </dsp:nvSpPr>
      <dsp:spPr>
        <a:xfrm>
          <a:off x="0" y="501994"/>
          <a:ext cx="8256869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D55E34-CDBB-4AF7-959B-A466B4569992}">
      <dsp:nvSpPr>
        <dsp:cNvPr id="0" name=""/>
        <dsp:cNvSpPr/>
      </dsp:nvSpPr>
      <dsp:spPr>
        <a:xfrm>
          <a:off x="412843" y="147754"/>
          <a:ext cx="5779808" cy="7084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8463" tIns="0" rIns="218463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400" b="1" kern="1200" dirty="0" smtClean="0"/>
            <a:t>Installer et configurer MTA: </a:t>
          </a:r>
          <a:r>
            <a:rPr lang="fr-FR" sz="2400" b="1" kern="1200" dirty="0" err="1" smtClean="0"/>
            <a:t>Postfix</a:t>
          </a:r>
          <a:r>
            <a:rPr lang="fr-FR" sz="2400" b="1" kern="1200" dirty="0" smtClean="0"/>
            <a:t> </a:t>
          </a:r>
          <a:endParaRPr lang="fr-FR" sz="2400" kern="1200" dirty="0"/>
        </a:p>
      </dsp:txBody>
      <dsp:txXfrm>
        <a:off x="412843" y="147754"/>
        <a:ext cx="5779808" cy="708480"/>
      </dsp:txXfrm>
    </dsp:sp>
    <dsp:sp modelId="{2C8A888C-EC90-4A28-B2F2-A91F90B8BB12}">
      <dsp:nvSpPr>
        <dsp:cNvPr id="0" name=""/>
        <dsp:cNvSpPr/>
      </dsp:nvSpPr>
      <dsp:spPr>
        <a:xfrm>
          <a:off x="0" y="1590634"/>
          <a:ext cx="8256869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903533"/>
              <a:satOff val="33333"/>
              <a:lumOff val="-490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405938-B1AE-449C-9FDD-12FB68E96DE1}">
      <dsp:nvSpPr>
        <dsp:cNvPr id="0" name=""/>
        <dsp:cNvSpPr/>
      </dsp:nvSpPr>
      <dsp:spPr>
        <a:xfrm>
          <a:off x="412843" y="1236394"/>
          <a:ext cx="5779808" cy="708480"/>
        </a:xfrm>
        <a:prstGeom prst="roundRect">
          <a:avLst/>
        </a:prstGeom>
        <a:solidFill>
          <a:schemeClr val="accent3">
            <a:hueOff val="903533"/>
            <a:satOff val="33333"/>
            <a:lumOff val="-49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8463" tIns="0" rIns="218463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400" b="1" kern="1200" dirty="0" smtClean="0"/>
            <a:t>Installer et configurer MDA: </a:t>
          </a:r>
          <a:r>
            <a:rPr lang="fr-FR" sz="2400" b="1" kern="1200" dirty="0" err="1" smtClean="0"/>
            <a:t>Dovecot</a:t>
          </a:r>
          <a:r>
            <a:rPr lang="fr-FR" sz="2400" b="1" kern="1200" dirty="0" smtClean="0"/>
            <a:t> </a:t>
          </a:r>
          <a:endParaRPr lang="fr-FR" sz="2400" kern="1200" dirty="0"/>
        </a:p>
      </dsp:txBody>
      <dsp:txXfrm>
        <a:off x="412843" y="1236394"/>
        <a:ext cx="5779808" cy="708480"/>
      </dsp:txXfrm>
    </dsp:sp>
    <dsp:sp modelId="{C8ABEA9F-45B1-466C-B261-CC817B6EA1BA}">
      <dsp:nvSpPr>
        <dsp:cNvPr id="0" name=""/>
        <dsp:cNvSpPr/>
      </dsp:nvSpPr>
      <dsp:spPr>
        <a:xfrm>
          <a:off x="0" y="2679274"/>
          <a:ext cx="8256869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807066"/>
              <a:satOff val="66667"/>
              <a:lumOff val="-98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C0ACFD-5454-444E-BE47-94DAE29D3529}">
      <dsp:nvSpPr>
        <dsp:cNvPr id="0" name=""/>
        <dsp:cNvSpPr/>
      </dsp:nvSpPr>
      <dsp:spPr>
        <a:xfrm>
          <a:off x="412843" y="2325034"/>
          <a:ext cx="5779808" cy="708480"/>
        </a:xfrm>
        <a:prstGeom prst="roundRect">
          <a:avLst/>
        </a:prstGeom>
        <a:solidFill>
          <a:schemeClr val="accent3">
            <a:hueOff val="1807066"/>
            <a:satOff val="66667"/>
            <a:lumOff val="-980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8463" tIns="0" rIns="218463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400" b="1" kern="1200" dirty="0" smtClean="0"/>
            <a:t>Installer et configurer MTA: </a:t>
          </a:r>
          <a:r>
            <a:rPr lang="en-US" sz="2400" kern="1200" dirty="0" smtClean="0"/>
            <a:t>Thunderbird</a:t>
          </a:r>
          <a:endParaRPr lang="fr-FR" sz="2400" kern="1200" dirty="0" smtClean="0"/>
        </a:p>
      </dsp:txBody>
      <dsp:txXfrm>
        <a:off x="412843" y="2325034"/>
        <a:ext cx="5779808" cy="708480"/>
      </dsp:txXfrm>
    </dsp:sp>
    <dsp:sp modelId="{92557CAD-5739-4AE7-BD50-ECE34A0571A6}">
      <dsp:nvSpPr>
        <dsp:cNvPr id="0" name=""/>
        <dsp:cNvSpPr/>
      </dsp:nvSpPr>
      <dsp:spPr>
        <a:xfrm>
          <a:off x="0" y="3767914"/>
          <a:ext cx="8256869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2710599"/>
              <a:satOff val="100000"/>
              <a:lumOff val="-147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FC0C7E-DE6D-4DCB-982B-61CDD9FF0ED6}">
      <dsp:nvSpPr>
        <dsp:cNvPr id="0" name=""/>
        <dsp:cNvSpPr/>
      </dsp:nvSpPr>
      <dsp:spPr>
        <a:xfrm>
          <a:off x="412843" y="3413674"/>
          <a:ext cx="5779808" cy="708480"/>
        </a:xfrm>
        <a:prstGeom prst="round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8463" tIns="0" rIns="218463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400" kern="1200" dirty="0" smtClean="0"/>
            <a:t>Assurer une communication de service de messagerie entre deux clients </a:t>
          </a:r>
          <a:endParaRPr lang="fr-FR" sz="2400" kern="1200" dirty="0"/>
        </a:p>
      </dsp:txBody>
      <dsp:txXfrm>
        <a:off x="412843" y="3413674"/>
        <a:ext cx="5779808" cy="708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1C84DC-656C-4E7A-B560-FF5B5405C61F}" type="datetimeFigureOut">
              <a:rPr lang="fr-FR" smtClean="0"/>
              <a:pPr/>
              <a:t>02/12/2024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69888" y="685800"/>
            <a:ext cx="61182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FE9B19-7C1C-43FA-B650-6D180E5F528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49;p1"/>
          <p:cNvGrpSpPr/>
          <p:nvPr/>
        </p:nvGrpSpPr>
        <p:grpSpPr>
          <a:xfrm>
            <a:off x="0" y="0"/>
            <a:ext cx="12241213" cy="6858000"/>
            <a:chOff x="0" y="0"/>
            <a:chExt cx="12192000" cy="6858000"/>
          </a:xfrm>
        </p:grpSpPr>
        <p:sp>
          <p:nvSpPr>
            <p:cNvPr id="15" name="Google Shape;150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 cstate="print">
                <a:alphaModFix/>
              </a:blip>
              <a:tile tx="0" ty="0" sx="100000" sy="100000" flip="none" algn="tl"/>
            </a:blip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" name="Google Shape;151;p1" descr="image2.png"/>
            <p:cNvPicPr preferRelativeResize="0"/>
            <p:nvPr/>
          </p:nvPicPr>
          <p:blipFill rotWithShape="1">
            <a:blip r:embed="rId3" cstate="print">
              <a:alphaModFix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1530152" y="1122362"/>
            <a:ext cx="918091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r>
              <a:rPr lang="fr-FR" smtClean="0"/>
              <a:t>Cliquez pour modifier le style du titre</a:t>
            </a:r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1530152" y="3602037"/>
            <a:ext cx="918091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11134585" y="6308031"/>
            <a:ext cx="26506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13FC507D-7137-4A00-9E3C-E8B9E244C860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5" name="Google Shape;152;p1" descr="Picture 3"/>
          <p:cNvPicPr preferRelativeResize="0"/>
          <p:nvPr/>
        </p:nvPicPr>
        <p:blipFill rotWithShape="1">
          <a:blip r:embed="rId4" cstate="print">
            <a:alphaModFix/>
          </a:blip>
          <a:srcRect/>
          <a:stretch/>
        </p:blipFill>
        <p:spPr>
          <a:xfrm>
            <a:off x="9054023" y="5816951"/>
            <a:ext cx="1166768" cy="82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53;p1" descr="Picture 3"/>
          <p:cNvPicPr preferRelativeResize="0"/>
          <p:nvPr/>
        </p:nvPicPr>
        <p:blipFill rotWithShape="1">
          <a:blip r:embed="rId5" cstate="print">
            <a:alphaModFix/>
          </a:blip>
          <a:srcRect/>
          <a:stretch/>
        </p:blipFill>
        <p:spPr>
          <a:xfrm flipH="1">
            <a:off x="8223339" y="0"/>
            <a:ext cx="3994902" cy="2344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54;p1" descr="Image 11"/>
          <p:cNvPicPr preferRelativeResize="0"/>
          <p:nvPr/>
        </p:nvPicPr>
        <p:blipFill rotWithShape="1">
          <a:blip r:embed="rId6" cstate="print">
            <a:alphaModFix/>
          </a:blip>
          <a:srcRect/>
          <a:stretch/>
        </p:blipFill>
        <p:spPr>
          <a:xfrm>
            <a:off x="2378537" y="5820381"/>
            <a:ext cx="1713796" cy="769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56;p1" descr="C:\Users\faten\Desktop\CA-19\EURACE.png"/>
          <p:cNvPicPr preferRelativeResize="0"/>
          <p:nvPr/>
        </p:nvPicPr>
        <p:blipFill rotWithShape="1">
          <a:blip r:embed="rId7" cstate="print">
            <a:alphaModFix/>
          </a:blip>
          <a:srcRect/>
          <a:stretch/>
        </p:blipFill>
        <p:spPr>
          <a:xfrm>
            <a:off x="4499834" y="6055277"/>
            <a:ext cx="2408883" cy="478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57;p1" descr="C:\Users\faten\Desktop\CA-19\CGE.png"/>
          <p:cNvPicPr preferRelativeResize="0"/>
          <p:nvPr/>
        </p:nvPicPr>
        <p:blipFill rotWithShape="1">
          <a:blip r:embed="rId8" cstate="print">
            <a:alphaModFix/>
          </a:blip>
          <a:srcRect/>
          <a:stretch/>
        </p:blipFill>
        <p:spPr>
          <a:xfrm>
            <a:off x="7167266" y="5952471"/>
            <a:ext cx="1524246" cy="512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59;p1"/>
          <p:cNvPicPr preferRelativeResize="0"/>
          <p:nvPr/>
        </p:nvPicPr>
        <p:blipFill>
          <a:blip r:embed="rId9" cstate="print">
            <a:alphaModFix/>
          </a:blip>
          <a:stretch>
            <a:fillRect/>
          </a:stretch>
        </p:blipFill>
        <p:spPr>
          <a:xfrm>
            <a:off x="172318" y="220762"/>
            <a:ext cx="4221695" cy="1902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="" xmlns:p14="http://schemas.microsoft.com/office/powerpoint/2010/main" val="3178704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 preserve="1">
  <p:cSld name="Titre et contenu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>
            <a:spLocks noGrp="1"/>
          </p:cNvSpPr>
          <p:nvPr>
            <p:ph type="title"/>
          </p:nvPr>
        </p:nvSpPr>
        <p:spPr>
          <a:xfrm>
            <a:off x="1294168" y="365125"/>
            <a:ext cx="1055804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4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r>
              <a:rPr lang="fr-FR" smtClean="0"/>
              <a:t>Cliquez pour modifier le style du titre</a:t>
            </a:r>
            <a:endParaRPr dirty="0"/>
          </a:p>
        </p:txBody>
      </p:sp>
      <p:sp>
        <p:nvSpPr>
          <p:cNvPr id="15" name="Google Shape;15;p12"/>
          <p:cNvSpPr txBox="1">
            <a:spLocks noGrp="1"/>
          </p:cNvSpPr>
          <p:nvPr>
            <p:ph type="body" idx="1"/>
          </p:nvPr>
        </p:nvSpPr>
        <p:spPr>
          <a:xfrm>
            <a:off x="841584" y="1825625"/>
            <a:ext cx="10558046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612061" y="6356351"/>
            <a:ext cx="2856383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ABA9720-B0E5-4BED-96BB-844FEDF29692}" type="datetimeFigureOut">
              <a:rPr lang="fr-FR" smtClean="0"/>
              <a:pPr/>
              <a:t>02/12/2024</a:t>
            </a:fld>
            <a:endParaRPr lang="fr-FR"/>
          </a:p>
        </p:txBody>
      </p:sp>
      <p:sp>
        <p:nvSpPr>
          <p:cNvPr id="17" name="Google Shape;17;p12"/>
          <p:cNvSpPr txBox="1">
            <a:spLocks noGrp="1"/>
          </p:cNvSpPr>
          <p:nvPr>
            <p:ph type="ftr" idx="11"/>
          </p:nvPr>
        </p:nvSpPr>
        <p:spPr>
          <a:xfrm>
            <a:off x="4182414" y="6356351"/>
            <a:ext cx="3876284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fr-FR"/>
          </a:p>
        </p:txBody>
      </p:sp>
      <p:sp>
        <p:nvSpPr>
          <p:cNvPr id="18" name="Google Shape;18;p12"/>
          <p:cNvSpPr txBox="1">
            <a:spLocks noGrp="1"/>
          </p:cNvSpPr>
          <p:nvPr>
            <p:ph type="sldNum" idx="12"/>
          </p:nvPr>
        </p:nvSpPr>
        <p:spPr>
          <a:xfrm>
            <a:off x="11047803" y="6246499"/>
            <a:ext cx="351814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13FC507D-7137-4A00-9E3C-E8B9E244C86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380764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s slide layout" preserve="1">
  <p:cSld name="1_Contents slide layou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b815910f77_0_3307"/>
          <p:cNvSpPr txBox="1">
            <a:spLocks noGrp="1"/>
          </p:cNvSpPr>
          <p:nvPr>
            <p:ph type="body" idx="1"/>
          </p:nvPr>
        </p:nvSpPr>
        <p:spPr>
          <a:xfrm>
            <a:off x="324836" y="339511"/>
            <a:ext cx="11619815" cy="7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262626"/>
              </a:buClr>
              <a:buSzPts val="5400"/>
              <a:buNone/>
              <a:defRPr sz="5400" b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="" xmlns:p14="http://schemas.microsoft.com/office/powerpoint/2010/main" val="937288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ogan" preserve="1">
  <p:cSld name="Slogan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e35c07f9d5_0_5190"/>
          <p:cNvSpPr/>
          <p:nvPr/>
        </p:nvSpPr>
        <p:spPr>
          <a:xfrm>
            <a:off x="0" y="2878390"/>
            <a:ext cx="12241213" cy="1686600"/>
          </a:xfrm>
          <a:prstGeom prst="rect">
            <a:avLst/>
          </a:prstGeom>
          <a:gradFill>
            <a:gsLst>
              <a:gs pos="0">
                <a:schemeClr val="dk2"/>
              </a:gs>
              <a:gs pos="31000">
                <a:srgbClr val="FFFFFF">
                  <a:alpha val="52156"/>
                </a:srgbClr>
              </a:gs>
              <a:gs pos="67000">
                <a:srgbClr val="FFFFFF">
                  <a:alpha val="392"/>
                </a:srgbClr>
              </a:gs>
              <a:gs pos="88000">
                <a:srgbClr val="FFFFFF">
                  <a:alpha val="46274"/>
                </a:srgbClr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ge35c07f9d5_0_5190"/>
          <p:cNvSpPr txBox="1">
            <a:spLocks noGrp="1"/>
          </p:cNvSpPr>
          <p:nvPr>
            <p:ph type="title"/>
          </p:nvPr>
        </p:nvSpPr>
        <p:spPr>
          <a:xfrm>
            <a:off x="810764" y="278650"/>
            <a:ext cx="10619493" cy="10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9pPr>
          </a:lstStyle>
          <a:p>
            <a:r>
              <a:rPr lang="fr-FR" smtClean="0"/>
              <a:t>Cliquez pour modifier le style du titre</a:t>
            </a:r>
            <a:endParaRPr/>
          </a:p>
        </p:txBody>
      </p:sp>
      <p:sp>
        <p:nvSpPr>
          <p:cNvPr id="24" name="Google Shape;24;ge35c07f9d5_0_5190"/>
          <p:cNvSpPr txBox="1">
            <a:spLocks noGrp="1"/>
          </p:cNvSpPr>
          <p:nvPr>
            <p:ph type="ftr" idx="11"/>
          </p:nvPr>
        </p:nvSpPr>
        <p:spPr>
          <a:xfrm>
            <a:off x="3348920" y="6495947"/>
            <a:ext cx="5543486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fr-FR"/>
          </a:p>
        </p:txBody>
      </p:sp>
      <p:sp>
        <p:nvSpPr>
          <p:cNvPr id="25" name="Google Shape;25;ge35c07f9d5_0_5190"/>
          <p:cNvSpPr txBox="1">
            <a:spLocks noGrp="1"/>
          </p:cNvSpPr>
          <p:nvPr>
            <p:ph type="sldNum" idx="12"/>
          </p:nvPr>
        </p:nvSpPr>
        <p:spPr>
          <a:xfrm>
            <a:off x="9308999" y="6446521"/>
            <a:ext cx="2856383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13FC507D-7137-4A00-9E3C-E8B9E244C86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6" name="Google Shape;26;ge35c07f9d5_0_5190"/>
          <p:cNvSpPr txBox="1">
            <a:spLocks noGrp="1"/>
          </p:cNvSpPr>
          <p:nvPr>
            <p:ph type="body" idx="1"/>
          </p:nvPr>
        </p:nvSpPr>
        <p:spPr>
          <a:xfrm>
            <a:off x="828372" y="1202267"/>
            <a:ext cx="10584553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27" name="Google Shape;27;ge35c07f9d5_0_5190"/>
          <p:cNvSpPr txBox="1">
            <a:spLocks noGrp="1"/>
          </p:cNvSpPr>
          <p:nvPr>
            <p:ph type="body" idx="2"/>
          </p:nvPr>
        </p:nvSpPr>
        <p:spPr>
          <a:xfrm>
            <a:off x="1134840" y="3034611"/>
            <a:ext cx="9971588" cy="13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ctr">
              <a:lnSpc>
                <a:spcPct val="10606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4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="" xmlns:p14="http://schemas.microsoft.com/office/powerpoint/2010/main" val="412870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7" preserve="1">
  <p:cSld name="Section Break 7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e35c07f9d5_0_100"/>
          <p:cNvSpPr>
            <a:spLocks noGrp="1"/>
          </p:cNvSpPr>
          <p:nvPr>
            <p:ph type="pic" idx="2"/>
          </p:nvPr>
        </p:nvSpPr>
        <p:spPr>
          <a:xfrm>
            <a:off x="0" y="0"/>
            <a:ext cx="12241213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mtClean="0"/>
              <a:t>Cliquez sur l'icône pour ajouter une image</a:t>
            </a:r>
            <a:endParaRPr/>
          </a:p>
        </p:txBody>
      </p:sp>
      <p:sp>
        <p:nvSpPr>
          <p:cNvPr id="30" name="Google Shape;30;ge35c07f9d5_0_100"/>
          <p:cNvSpPr>
            <a:spLocks noGrp="1"/>
          </p:cNvSpPr>
          <p:nvPr>
            <p:ph type="body" idx="1"/>
          </p:nvPr>
        </p:nvSpPr>
        <p:spPr>
          <a:xfrm>
            <a:off x="602842" y="1184939"/>
            <a:ext cx="5054621" cy="5033400"/>
          </a:xfrm>
          <a:prstGeom prst="ellipse">
            <a:avLst/>
          </a:prstGeom>
          <a:gradFill>
            <a:gsLst>
              <a:gs pos="0">
                <a:schemeClr val="dk2"/>
              </a:gs>
              <a:gs pos="31000">
                <a:srgbClr val="FFFFFF">
                  <a:alpha val="68235"/>
                </a:srgbClr>
              </a:gs>
              <a:gs pos="67000">
                <a:srgbClr val="FFFFFF">
                  <a:alpha val="392"/>
                </a:srgbClr>
              </a:gs>
              <a:gs pos="88000">
                <a:srgbClr val="FFFFFF">
                  <a:alpha val="46274"/>
                </a:srgbClr>
              </a:gs>
              <a:gs pos="100000">
                <a:schemeClr val="dk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31" name="Google Shape;31;ge35c07f9d5_0_100"/>
          <p:cNvSpPr>
            <a:spLocks noGrp="1"/>
          </p:cNvSpPr>
          <p:nvPr>
            <p:ph type="body" idx="3"/>
          </p:nvPr>
        </p:nvSpPr>
        <p:spPr>
          <a:xfrm>
            <a:off x="1214515" y="1794050"/>
            <a:ext cx="3831102" cy="3815100"/>
          </a:xfrm>
          <a:prstGeom prst="ellipse">
            <a:avLst/>
          </a:prstGeom>
          <a:gradFill>
            <a:gsLst>
              <a:gs pos="0">
                <a:schemeClr val="dk2"/>
              </a:gs>
              <a:gs pos="31000">
                <a:srgbClr val="FFFFFF">
                  <a:alpha val="76078"/>
                </a:srgbClr>
              </a:gs>
              <a:gs pos="67000">
                <a:srgbClr val="FFFFFF">
                  <a:alpha val="15294"/>
                </a:srgbClr>
              </a:gs>
              <a:gs pos="88000">
                <a:srgbClr val="FFFFFF">
                  <a:alpha val="46274"/>
                </a:srgbClr>
              </a:gs>
              <a:gs pos="100000">
                <a:schemeClr val="dk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32" name="Google Shape;32;ge35c07f9d5_0_100"/>
          <p:cNvSpPr txBox="1">
            <a:spLocks noGrp="1"/>
          </p:cNvSpPr>
          <p:nvPr>
            <p:ph type="title"/>
          </p:nvPr>
        </p:nvSpPr>
        <p:spPr>
          <a:xfrm>
            <a:off x="1238141" y="2768926"/>
            <a:ext cx="3783812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9pPr>
          </a:lstStyle>
          <a:p>
            <a:r>
              <a:rPr lang="fr-FR" smtClean="0"/>
              <a:t>Cliquez pour modifier le style du titre</a:t>
            </a:r>
            <a:endParaRPr/>
          </a:p>
        </p:txBody>
      </p:sp>
      <p:sp>
        <p:nvSpPr>
          <p:cNvPr id="33" name="Google Shape;33;ge35c07f9d5_0_100"/>
          <p:cNvSpPr txBox="1">
            <a:spLocks noGrp="1"/>
          </p:cNvSpPr>
          <p:nvPr>
            <p:ph type="body" idx="4"/>
          </p:nvPr>
        </p:nvSpPr>
        <p:spPr>
          <a:xfrm>
            <a:off x="1242778" y="3759990"/>
            <a:ext cx="3774776" cy="5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="" xmlns:p14="http://schemas.microsoft.com/office/powerpoint/2010/main" val="1679914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75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olumn" preserve="1">
  <p:cSld name="1 Colum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e35c07f9d5_0_3468"/>
          <p:cNvSpPr txBox="1">
            <a:spLocks noGrp="1"/>
          </p:cNvSpPr>
          <p:nvPr>
            <p:ph type="title"/>
          </p:nvPr>
        </p:nvSpPr>
        <p:spPr>
          <a:xfrm>
            <a:off x="810764" y="278650"/>
            <a:ext cx="10619493" cy="10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9pPr>
          </a:lstStyle>
          <a:p>
            <a:r>
              <a:rPr lang="fr-FR" smtClean="0"/>
              <a:t>Cliquez pour modifier le style du titre</a:t>
            </a:r>
            <a:endParaRPr/>
          </a:p>
        </p:txBody>
      </p:sp>
      <p:sp>
        <p:nvSpPr>
          <p:cNvPr id="36" name="Google Shape;36;ge35c07f9d5_0_3468"/>
          <p:cNvSpPr txBox="1">
            <a:spLocks noGrp="1"/>
          </p:cNvSpPr>
          <p:nvPr>
            <p:ph type="ftr" idx="11"/>
          </p:nvPr>
        </p:nvSpPr>
        <p:spPr>
          <a:xfrm>
            <a:off x="3348920" y="6495947"/>
            <a:ext cx="5543486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fr-FR"/>
          </a:p>
        </p:txBody>
      </p:sp>
      <p:sp>
        <p:nvSpPr>
          <p:cNvPr id="37" name="Google Shape;37;ge35c07f9d5_0_3468"/>
          <p:cNvSpPr txBox="1">
            <a:spLocks noGrp="1"/>
          </p:cNvSpPr>
          <p:nvPr>
            <p:ph type="sldNum" idx="12"/>
          </p:nvPr>
        </p:nvSpPr>
        <p:spPr>
          <a:xfrm>
            <a:off x="9308999" y="6446521"/>
            <a:ext cx="2856383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13FC507D-7137-4A00-9E3C-E8B9E244C86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8" name="Google Shape;38;ge35c07f9d5_0_3468"/>
          <p:cNvSpPr txBox="1">
            <a:spLocks noGrp="1"/>
          </p:cNvSpPr>
          <p:nvPr>
            <p:ph type="body" idx="1"/>
          </p:nvPr>
        </p:nvSpPr>
        <p:spPr>
          <a:xfrm>
            <a:off x="828372" y="1202267"/>
            <a:ext cx="10584553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39" name="Google Shape;39;ge35c07f9d5_0_3468"/>
          <p:cNvSpPr txBox="1">
            <a:spLocks noGrp="1"/>
          </p:cNvSpPr>
          <p:nvPr>
            <p:ph type="body" idx="2"/>
          </p:nvPr>
        </p:nvSpPr>
        <p:spPr>
          <a:xfrm>
            <a:off x="828372" y="2802467"/>
            <a:ext cx="10584553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0" name="Google Shape;40;ge35c07f9d5_0_3468"/>
          <p:cNvSpPr txBox="1">
            <a:spLocks noGrp="1"/>
          </p:cNvSpPr>
          <p:nvPr>
            <p:ph type="body" idx="3"/>
          </p:nvPr>
        </p:nvSpPr>
        <p:spPr>
          <a:xfrm>
            <a:off x="824654" y="3344333"/>
            <a:ext cx="10584553" cy="18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pic>
        <p:nvPicPr>
          <p:cNvPr id="41" name="Google Shape;41;ge35c07f9d5_0_3468"/>
          <p:cNvPicPr preferRelativeResize="0"/>
          <p:nvPr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1359873" y="2539696"/>
            <a:ext cx="5439267" cy="3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ge35c07f9d5_0_3468"/>
          <p:cNvPicPr preferRelativeResize="0"/>
          <p:nvPr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5707829" y="3171751"/>
            <a:ext cx="5439267" cy="396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="" xmlns:p14="http://schemas.microsoft.com/office/powerpoint/2010/main" val="153173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000"/>
                            </p:stCondLst>
                            <p:childTnLst>
                              <p:par>
                                <p:cTn id="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" preserve="1">
  <p:cSld name="Conten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e35c07f9d5_0_4432"/>
          <p:cNvSpPr/>
          <p:nvPr/>
        </p:nvSpPr>
        <p:spPr>
          <a:xfrm>
            <a:off x="0" y="1236133"/>
            <a:ext cx="6572724" cy="321900"/>
          </a:xfrm>
          <a:prstGeom prst="rect">
            <a:avLst/>
          </a:prstGeom>
          <a:gradFill>
            <a:gsLst>
              <a:gs pos="0">
                <a:srgbClr val="FFFFFF">
                  <a:alpha val="68235"/>
                </a:srgbClr>
              </a:gs>
              <a:gs pos="29000">
                <a:srgbClr val="FFFFFF">
                  <a:alpha val="40392"/>
                </a:srgbClr>
              </a:gs>
              <a:gs pos="62000">
                <a:srgbClr val="FFFFFF">
                  <a:alpha val="392"/>
                </a:srgbClr>
              </a:gs>
              <a:gs pos="100000">
                <a:srgbClr val="FFFFFF">
                  <a:alpha val="24313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ge35c07f9d5_0_4432"/>
          <p:cNvSpPr/>
          <p:nvPr/>
        </p:nvSpPr>
        <p:spPr>
          <a:xfrm>
            <a:off x="7521256" y="0"/>
            <a:ext cx="4719976" cy="6858000"/>
          </a:xfrm>
          <a:prstGeom prst="rect">
            <a:avLst/>
          </a:prstGeom>
          <a:solidFill>
            <a:schemeClr val="dk1">
              <a:alpha val="20000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ge35c07f9d5_0_4432"/>
          <p:cNvSpPr txBox="1">
            <a:spLocks noGrp="1"/>
          </p:cNvSpPr>
          <p:nvPr>
            <p:ph type="ftr" idx="11"/>
          </p:nvPr>
        </p:nvSpPr>
        <p:spPr>
          <a:xfrm>
            <a:off x="3348920" y="6495947"/>
            <a:ext cx="5543486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fr-FR"/>
          </a:p>
        </p:txBody>
      </p:sp>
      <p:sp>
        <p:nvSpPr>
          <p:cNvPr id="47" name="Google Shape;47;ge35c07f9d5_0_4432"/>
          <p:cNvSpPr txBox="1">
            <a:spLocks noGrp="1"/>
          </p:cNvSpPr>
          <p:nvPr>
            <p:ph type="sldNum" idx="12"/>
          </p:nvPr>
        </p:nvSpPr>
        <p:spPr>
          <a:xfrm>
            <a:off x="9308999" y="6446521"/>
            <a:ext cx="2856383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13FC507D-7137-4A00-9E3C-E8B9E244C86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8" name="Google Shape;48;ge35c07f9d5_0_4432"/>
          <p:cNvSpPr/>
          <p:nvPr/>
        </p:nvSpPr>
        <p:spPr>
          <a:xfrm>
            <a:off x="523107" y="1681150"/>
            <a:ext cx="6049521" cy="4472700"/>
          </a:xfrm>
          <a:prstGeom prst="round2DiagRect">
            <a:avLst>
              <a:gd name="adj1" fmla="val 2886"/>
              <a:gd name="adj2" fmla="val 0"/>
            </a:avLst>
          </a:prstGeom>
          <a:solidFill>
            <a:schemeClr val="dk1">
              <a:alpha val="20000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e35c07f9d5_0_4432"/>
          <p:cNvSpPr>
            <a:spLocks noGrp="1"/>
          </p:cNvSpPr>
          <p:nvPr>
            <p:ph type="pic" idx="2"/>
          </p:nvPr>
        </p:nvSpPr>
        <p:spPr>
          <a:xfrm>
            <a:off x="644039" y="1805473"/>
            <a:ext cx="5807347" cy="4224000"/>
          </a:xfrm>
          <a:prstGeom prst="round2DiagRect">
            <a:avLst>
              <a:gd name="adj1" fmla="val 1663"/>
              <a:gd name="adj2" fmla="val 0"/>
            </a:avLst>
          </a:prstGeom>
          <a:solidFill>
            <a:schemeClr val="dk1">
              <a:alpha val="28627"/>
            </a:schemeClr>
          </a:solidFill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mtClean="0"/>
              <a:t>Cliquez sur l'icône pour ajouter une image</a:t>
            </a:r>
            <a:endParaRPr/>
          </a:p>
        </p:txBody>
      </p:sp>
      <p:sp>
        <p:nvSpPr>
          <p:cNvPr id="50" name="Google Shape;50;ge35c07f9d5_0_4432"/>
          <p:cNvSpPr/>
          <p:nvPr/>
        </p:nvSpPr>
        <p:spPr>
          <a:xfrm>
            <a:off x="7099269" y="625691"/>
            <a:ext cx="843391" cy="840600"/>
          </a:xfrm>
          <a:prstGeom prst="ellipse">
            <a:avLst/>
          </a:prstGeom>
          <a:gradFill>
            <a:gsLst>
              <a:gs pos="0">
                <a:schemeClr val="dk2"/>
              </a:gs>
              <a:gs pos="21000">
                <a:srgbClr val="FFFFFF"/>
              </a:gs>
              <a:gs pos="67000">
                <a:srgbClr val="FFFFFF">
                  <a:alpha val="16078"/>
                </a:srgbClr>
              </a:gs>
              <a:gs pos="88000">
                <a:srgbClr val="FFFFFF">
                  <a:alpha val="40000"/>
                </a:srgbClr>
              </a:gs>
              <a:gs pos="100000">
                <a:schemeClr val="dk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ge35c07f9d5_0_4432"/>
          <p:cNvSpPr>
            <a:spLocks noGrp="1"/>
          </p:cNvSpPr>
          <p:nvPr>
            <p:ph type="pic" idx="3"/>
          </p:nvPr>
        </p:nvSpPr>
        <p:spPr>
          <a:xfrm>
            <a:off x="7335672" y="860707"/>
            <a:ext cx="371092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mtClean="0"/>
              <a:t>Cliquez sur l'icône pour ajouter une image</a:t>
            </a:r>
            <a:endParaRPr/>
          </a:p>
        </p:txBody>
      </p:sp>
      <p:sp>
        <p:nvSpPr>
          <p:cNvPr id="52" name="Google Shape;52;ge35c07f9d5_0_4432"/>
          <p:cNvSpPr txBox="1">
            <a:spLocks noGrp="1"/>
          </p:cNvSpPr>
          <p:nvPr>
            <p:ph type="body" idx="1"/>
          </p:nvPr>
        </p:nvSpPr>
        <p:spPr>
          <a:xfrm>
            <a:off x="8020075" y="608686"/>
            <a:ext cx="3754594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7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3" name="Google Shape;53;ge35c07f9d5_0_4432"/>
          <p:cNvSpPr txBox="1">
            <a:spLocks noGrp="1"/>
          </p:cNvSpPr>
          <p:nvPr>
            <p:ph type="body" idx="4"/>
          </p:nvPr>
        </p:nvSpPr>
        <p:spPr>
          <a:xfrm>
            <a:off x="8012910" y="1071735"/>
            <a:ext cx="3791041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1600" b="0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4" name="Google Shape;54;ge35c07f9d5_0_4432"/>
          <p:cNvSpPr/>
          <p:nvPr/>
        </p:nvSpPr>
        <p:spPr>
          <a:xfrm>
            <a:off x="7099269" y="1797590"/>
            <a:ext cx="843391" cy="840600"/>
          </a:xfrm>
          <a:prstGeom prst="ellipse">
            <a:avLst/>
          </a:prstGeom>
          <a:gradFill>
            <a:gsLst>
              <a:gs pos="0">
                <a:schemeClr val="dk2"/>
              </a:gs>
              <a:gs pos="21000">
                <a:srgbClr val="FFFFFF"/>
              </a:gs>
              <a:gs pos="67000">
                <a:srgbClr val="FFFFFF">
                  <a:alpha val="16078"/>
                </a:srgbClr>
              </a:gs>
              <a:gs pos="88000">
                <a:srgbClr val="FFFFFF">
                  <a:alpha val="40000"/>
                </a:srgbClr>
              </a:gs>
              <a:gs pos="100000">
                <a:schemeClr val="dk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e35c07f9d5_0_4432"/>
          <p:cNvSpPr>
            <a:spLocks noGrp="1"/>
          </p:cNvSpPr>
          <p:nvPr>
            <p:ph type="pic" idx="5"/>
          </p:nvPr>
        </p:nvSpPr>
        <p:spPr>
          <a:xfrm>
            <a:off x="7335672" y="2032606"/>
            <a:ext cx="371092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mtClean="0"/>
              <a:t>Cliquez sur l'icône pour ajouter une image</a:t>
            </a:r>
            <a:endParaRPr/>
          </a:p>
        </p:txBody>
      </p:sp>
      <p:sp>
        <p:nvSpPr>
          <p:cNvPr id="56" name="Google Shape;56;ge35c07f9d5_0_4432"/>
          <p:cNvSpPr txBox="1">
            <a:spLocks noGrp="1"/>
          </p:cNvSpPr>
          <p:nvPr>
            <p:ph type="body" idx="6"/>
          </p:nvPr>
        </p:nvSpPr>
        <p:spPr>
          <a:xfrm>
            <a:off x="8020075" y="1780587"/>
            <a:ext cx="3754594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7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7" name="Google Shape;57;ge35c07f9d5_0_4432"/>
          <p:cNvSpPr txBox="1">
            <a:spLocks noGrp="1"/>
          </p:cNvSpPr>
          <p:nvPr>
            <p:ph type="body" idx="7"/>
          </p:nvPr>
        </p:nvSpPr>
        <p:spPr>
          <a:xfrm>
            <a:off x="8012910" y="2243635"/>
            <a:ext cx="3791041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1600" b="0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8" name="Google Shape;58;ge35c07f9d5_0_4432"/>
          <p:cNvSpPr/>
          <p:nvPr/>
        </p:nvSpPr>
        <p:spPr>
          <a:xfrm>
            <a:off x="7099269" y="2969491"/>
            <a:ext cx="843391" cy="840600"/>
          </a:xfrm>
          <a:prstGeom prst="ellipse">
            <a:avLst/>
          </a:prstGeom>
          <a:gradFill>
            <a:gsLst>
              <a:gs pos="0">
                <a:schemeClr val="dk2"/>
              </a:gs>
              <a:gs pos="21000">
                <a:srgbClr val="FFFFFF"/>
              </a:gs>
              <a:gs pos="67000">
                <a:srgbClr val="FFFFFF">
                  <a:alpha val="16078"/>
                </a:srgbClr>
              </a:gs>
              <a:gs pos="88000">
                <a:srgbClr val="FFFFFF">
                  <a:alpha val="40000"/>
                </a:srgbClr>
              </a:gs>
              <a:gs pos="100000">
                <a:schemeClr val="dk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e35c07f9d5_0_4432"/>
          <p:cNvSpPr>
            <a:spLocks noGrp="1"/>
          </p:cNvSpPr>
          <p:nvPr>
            <p:ph type="pic" idx="8"/>
          </p:nvPr>
        </p:nvSpPr>
        <p:spPr>
          <a:xfrm>
            <a:off x="7335672" y="3204507"/>
            <a:ext cx="371092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mtClean="0"/>
              <a:t>Cliquez sur l'icône pour ajouter une image</a:t>
            </a:r>
            <a:endParaRPr/>
          </a:p>
        </p:txBody>
      </p:sp>
      <p:sp>
        <p:nvSpPr>
          <p:cNvPr id="60" name="Google Shape;60;ge35c07f9d5_0_4432"/>
          <p:cNvSpPr txBox="1">
            <a:spLocks noGrp="1"/>
          </p:cNvSpPr>
          <p:nvPr>
            <p:ph type="body" idx="9"/>
          </p:nvPr>
        </p:nvSpPr>
        <p:spPr>
          <a:xfrm>
            <a:off x="8020075" y="2952487"/>
            <a:ext cx="3754594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7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1" name="Google Shape;61;ge35c07f9d5_0_4432"/>
          <p:cNvSpPr txBox="1">
            <a:spLocks noGrp="1"/>
          </p:cNvSpPr>
          <p:nvPr>
            <p:ph type="body" idx="13"/>
          </p:nvPr>
        </p:nvSpPr>
        <p:spPr>
          <a:xfrm>
            <a:off x="8012910" y="3415535"/>
            <a:ext cx="3791041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1600" b="0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2" name="Google Shape;62;ge35c07f9d5_0_4432"/>
          <p:cNvSpPr/>
          <p:nvPr/>
        </p:nvSpPr>
        <p:spPr>
          <a:xfrm>
            <a:off x="7099269" y="4141391"/>
            <a:ext cx="843391" cy="840600"/>
          </a:xfrm>
          <a:prstGeom prst="ellipse">
            <a:avLst/>
          </a:prstGeom>
          <a:gradFill>
            <a:gsLst>
              <a:gs pos="0">
                <a:schemeClr val="dk2"/>
              </a:gs>
              <a:gs pos="21000">
                <a:srgbClr val="FFFFFF"/>
              </a:gs>
              <a:gs pos="67000">
                <a:srgbClr val="FFFFFF">
                  <a:alpha val="16078"/>
                </a:srgbClr>
              </a:gs>
              <a:gs pos="88000">
                <a:srgbClr val="FFFFFF">
                  <a:alpha val="40000"/>
                </a:srgbClr>
              </a:gs>
              <a:gs pos="100000">
                <a:schemeClr val="dk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e35c07f9d5_0_4432"/>
          <p:cNvSpPr>
            <a:spLocks noGrp="1"/>
          </p:cNvSpPr>
          <p:nvPr>
            <p:ph type="pic" idx="14"/>
          </p:nvPr>
        </p:nvSpPr>
        <p:spPr>
          <a:xfrm>
            <a:off x="7335672" y="4376407"/>
            <a:ext cx="371092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mtClean="0"/>
              <a:t>Cliquez sur l'icône pour ajouter une image</a:t>
            </a:r>
            <a:endParaRPr/>
          </a:p>
        </p:txBody>
      </p:sp>
      <p:sp>
        <p:nvSpPr>
          <p:cNvPr id="64" name="Google Shape;64;ge35c07f9d5_0_4432"/>
          <p:cNvSpPr txBox="1">
            <a:spLocks noGrp="1"/>
          </p:cNvSpPr>
          <p:nvPr>
            <p:ph type="body" idx="15"/>
          </p:nvPr>
        </p:nvSpPr>
        <p:spPr>
          <a:xfrm>
            <a:off x="8020075" y="4124387"/>
            <a:ext cx="3754594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7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5" name="Google Shape;65;ge35c07f9d5_0_4432"/>
          <p:cNvSpPr txBox="1">
            <a:spLocks noGrp="1"/>
          </p:cNvSpPr>
          <p:nvPr>
            <p:ph type="body" idx="16"/>
          </p:nvPr>
        </p:nvSpPr>
        <p:spPr>
          <a:xfrm>
            <a:off x="8012910" y="4587435"/>
            <a:ext cx="3791041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1600" b="0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6" name="Google Shape;66;ge35c07f9d5_0_4432"/>
          <p:cNvSpPr/>
          <p:nvPr/>
        </p:nvSpPr>
        <p:spPr>
          <a:xfrm>
            <a:off x="7099269" y="5313290"/>
            <a:ext cx="843391" cy="840600"/>
          </a:xfrm>
          <a:prstGeom prst="ellipse">
            <a:avLst/>
          </a:prstGeom>
          <a:gradFill>
            <a:gsLst>
              <a:gs pos="0">
                <a:schemeClr val="dk2"/>
              </a:gs>
              <a:gs pos="21000">
                <a:srgbClr val="FFFFFF"/>
              </a:gs>
              <a:gs pos="67000">
                <a:srgbClr val="FFFFFF">
                  <a:alpha val="16078"/>
                </a:srgbClr>
              </a:gs>
              <a:gs pos="88000">
                <a:srgbClr val="FFFFFF">
                  <a:alpha val="40000"/>
                </a:srgbClr>
              </a:gs>
              <a:gs pos="100000">
                <a:schemeClr val="dk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e35c07f9d5_0_4432"/>
          <p:cNvSpPr>
            <a:spLocks noGrp="1"/>
          </p:cNvSpPr>
          <p:nvPr>
            <p:ph type="pic" idx="17"/>
          </p:nvPr>
        </p:nvSpPr>
        <p:spPr>
          <a:xfrm>
            <a:off x="7335672" y="5548306"/>
            <a:ext cx="371092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mtClean="0"/>
              <a:t>Cliquez sur l'icône pour ajouter une image</a:t>
            </a:r>
            <a:endParaRPr/>
          </a:p>
        </p:txBody>
      </p:sp>
      <p:sp>
        <p:nvSpPr>
          <p:cNvPr id="68" name="Google Shape;68;ge35c07f9d5_0_4432"/>
          <p:cNvSpPr txBox="1">
            <a:spLocks noGrp="1"/>
          </p:cNvSpPr>
          <p:nvPr>
            <p:ph type="body" idx="18"/>
          </p:nvPr>
        </p:nvSpPr>
        <p:spPr>
          <a:xfrm>
            <a:off x="8020075" y="5296285"/>
            <a:ext cx="3754594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7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9" name="Google Shape;69;ge35c07f9d5_0_4432"/>
          <p:cNvSpPr txBox="1">
            <a:spLocks noGrp="1"/>
          </p:cNvSpPr>
          <p:nvPr>
            <p:ph type="body" idx="19"/>
          </p:nvPr>
        </p:nvSpPr>
        <p:spPr>
          <a:xfrm>
            <a:off x="8012910" y="5759333"/>
            <a:ext cx="3791041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1600" b="0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70" name="Google Shape;70;ge35c07f9d5_0_4432"/>
          <p:cNvSpPr txBox="1">
            <a:spLocks noGrp="1"/>
          </p:cNvSpPr>
          <p:nvPr>
            <p:ph type="title"/>
          </p:nvPr>
        </p:nvSpPr>
        <p:spPr>
          <a:xfrm>
            <a:off x="523107" y="278400"/>
            <a:ext cx="6049521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9pPr>
          </a:lstStyle>
          <a:p>
            <a:r>
              <a:rPr lang="fr-FR" smtClean="0"/>
              <a:t>Cliquez pour modifier le style du titre</a:t>
            </a:r>
            <a:endParaRPr/>
          </a:p>
        </p:txBody>
      </p:sp>
      <p:sp>
        <p:nvSpPr>
          <p:cNvPr id="71" name="Google Shape;71;ge35c07f9d5_0_4432"/>
          <p:cNvSpPr txBox="1">
            <a:spLocks noGrp="1"/>
          </p:cNvSpPr>
          <p:nvPr>
            <p:ph type="body" idx="20"/>
          </p:nvPr>
        </p:nvSpPr>
        <p:spPr>
          <a:xfrm>
            <a:off x="456720" y="1202267"/>
            <a:ext cx="6049521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="" xmlns:p14="http://schemas.microsoft.com/office/powerpoint/2010/main" val="2282255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00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0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500"/>
                            </p:stCondLst>
                            <p:childTnLst>
                              <p:par>
                                <p:cTn id="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900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9500"/>
                            </p:stCondLst>
                            <p:childTnLst>
                              <p:par>
                                <p:cTn id="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0"/>
                            </p:stCondLst>
                            <p:childTnLst>
                              <p:par>
                                <p:cTn id="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500"/>
                            </p:stCondLst>
                            <p:childTnLst>
                              <p:par>
                                <p:cTn id="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1000"/>
                            </p:stCondLst>
                            <p:childTnLst>
                              <p:par>
                                <p:cTn id="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2500"/>
                            </p:stCondLst>
                            <p:childTnLst>
                              <p:par>
                                <p:cTn id="1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30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400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4500"/>
                            </p:stCondLst>
                            <p:childTnLst>
                              <p:par>
                                <p:cTn id="1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5000"/>
                            </p:stCondLst>
                            <p:childTnLst>
                              <p:par>
                                <p:cTn id="1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5500"/>
                            </p:stCondLst>
                            <p:childTnLst>
                              <p:par>
                                <p:cTn id="1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6000"/>
                            </p:stCondLst>
                            <p:childTnLst>
                              <p:par>
                                <p:cTn id="1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6500"/>
                            </p:stCondLst>
                            <p:childTnLst>
                              <p:par>
                                <p:cTn id="1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7000"/>
                            </p:stCondLst>
                            <p:childTnLst>
                              <p:par>
                                <p:cTn id="1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7500"/>
                            </p:stCondLst>
                            <p:childTnLst>
                              <p:par>
                                <p:cTn id="1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8000"/>
                            </p:stCondLst>
                            <p:childTnLst>
                              <p:par>
                                <p:cTn id="1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8500"/>
                            </p:stCondLst>
                            <p:childTnLst>
                              <p:par>
                                <p:cTn id="1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9000"/>
                            </p:stCondLst>
                            <p:childTnLst>
                              <p:par>
                                <p:cTn id="1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9500"/>
                            </p:stCondLst>
                            <p:childTnLst>
                              <p:par>
                                <p:cTn id="1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20000"/>
                            </p:stCondLst>
                            <p:childTnLst>
                              <p:par>
                                <p:cTn id="1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20500"/>
                            </p:stCondLst>
                            <p:childTnLst>
                              <p:par>
                                <p:cTn id="1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21000"/>
                            </p:stCondLst>
                            <p:childTnLst>
                              <p:par>
                                <p:cTn id="1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21500"/>
                            </p:stCondLst>
                            <p:childTnLst>
                              <p:par>
                                <p:cTn id="1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22000"/>
                            </p:stCondLst>
                            <p:childTnLst>
                              <p:par>
                                <p:cTn id="1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22500"/>
                            </p:stCondLst>
                            <p:childTnLst>
                              <p:par>
                                <p:cTn id="1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23000"/>
                            </p:stCondLst>
                            <p:childTnLst>
                              <p:par>
                                <p:cTn id="1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23500"/>
                            </p:stCondLst>
                            <p:childTnLst>
                              <p:par>
                                <p:cTn id="2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24000"/>
                            </p:stCondLst>
                            <p:childTnLst>
                              <p:par>
                                <p:cTn id="20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24500"/>
                            </p:stCondLst>
                            <p:childTnLst>
                              <p:par>
                                <p:cTn id="2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25000"/>
                            </p:stCondLst>
                            <p:childTnLst>
                              <p:par>
                                <p:cTn id="2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25500"/>
                            </p:stCondLst>
                            <p:childTnLst>
                              <p:par>
                                <p:cTn id="2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26000"/>
                            </p:stCondLst>
                            <p:childTnLst>
                              <p:par>
                                <p:cTn id="2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26500"/>
                            </p:stCondLst>
                            <p:childTnLst>
                              <p:par>
                                <p:cTn id="2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27000"/>
                            </p:stCondLst>
                            <p:childTnLst>
                              <p:par>
                                <p:cTn id="2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27500"/>
                            </p:stCondLst>
                            <p:childTnLst>
                              <p:par>
                                <p:cTn id="2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28000"/>
                            </p:stCondLst>
                            <p:childTnLst>
                              <p:par>
                                <p:cTn id="2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28500"/>
                            </p:stCondLst>
                            <p:childTnLst>
                              <p:par>
                                <p:cTn id="2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29000"/>
                            </p:stCondLst>
                            <p:childTnLst>
                              <p:par>
                                <p:cTn id="2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29500"/>
                            </p:stCondLst>
                            <p:childTnLst>
                              <p:par>
                                <p:cTn id="2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30000"/>
                            </p:stCondLst>
                            <p:childTnLst>
                              <p:par>
                                <p:cTn id="2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30500"/>
                            </p:stCondLst>
                            <p:childTnLst>
                              <p:par>
                                <p:cTn id="2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31000"/>
                            </p:stCondLst>
                            <p:childTnLst>
                              <p:par>
                                <p:cTn id="2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31500"/>
                            </p:stCondLst>
                            <p:childTnLst>
                              <p:par>
                                <p:cTn id="2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32000"/>
                            </p:stCondLst>
                            <p:childTnLst>
                              <p:par>
                                <p:cTn id="2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32500"/>
                            </p:stCondLst>
                            <p:childTnLst>
                              <p:par>
                                <p:cTn id="2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33000"/>
                            </p:stCondLst>
                            <p:childTnLst>
                              <p:par>
                                <p:cTn id="2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33500"/>
                            </p:stCondLst>
                            <p:childTnLst>
                              <p:par>
                                <p:cTn id="2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34000"/>
                            </p:stCondLst>
                            <p:childTnLst>
                              <p:par>
                                <p:cTn id="2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34500"/>
                            </p:stCondLst>
                            <p:childTnLst>
                              <p:par>
                                <p:cTn id="2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>
                            <p:stCondLst>
                              <p:cond delay="35000"/>
                            </p:stCondLst>
                            <p:childTnLst>
                              <p:par>
                                <p:cTn id="2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35500"/>
                            </p:stCondLst>
                            <p:childTnLst>
                              <p:par>
                                <p:cTn id="30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36000"/>
                            </p:stCondLst>
                            <p:childTnLst>
                              <p:par>
                                <p:cTn id="30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36500"/>
                            </p:stCondLst>
                            <p:childTnLst>
                              <p:par>
                                <p:cTn id="3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500"/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37000"/>
                            </p:stCondLst>
                            <p:childTnLst>
                              <p:par>
                                <p:cTn id="3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500"/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37500"/>
                            </p:stCondLst>
                            <p:childTnLst>
                              <p:par>
                                <p:cTn id="3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>
                            <p:stCondLst>
                              <p:cond delay="38000"/>
                            </p:stCondLst>
                            <p:childTnLst>
                              <p:par>
                                <p:cTn id="3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500"/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" fill="hold">
                            <p:stCondLst>
                              <p:cond delay="38500"/>
                            </p:stCondLst>
                            <p:childTnLst>
                              <p:par>
                                <p:cTn id="3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500"/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39000"/>
                            </p:stCondLst>
                            <p:childTnLst>
                              <p:par>
                                <p:cTn id="3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500"/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39500"/>
                            </p:stCondLst>
                            <p:childTnLst>
                              <p:par>
                                <p:cTn id="3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9" fill="hold">
                            <p:stCondLst>
                              <p:cond delay="40000"/>
                            </p:stCondLst>
                            <p:childTnLst>
                              <p:par>
                                <p:cTn id="3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40500"/>
                            </p:stCondLst>
                            <p:childTnLst>
                              <p:par>
                                <p:cTn id="3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500"/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7" fill="hold">
                            <p:stCondLst>
                              <p:cond delay="41000"/>
                            </p:stCondLst>
                            <p:childTnLst>
                              <p:par>
                                <p:cTn id="3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500"/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1" fill="hold">
                            <p:stCondLst>
                              <p:cond delay="41500"/>
                            </p:stCondLst>
                            <p:childTnLst>
                              <p:par>
                                <p:cTn id="3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500"/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42000"/>
                            </p:stCondLst>
                            <p:childTnLst>
                              <p:par>
                                <p:cTn id="3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500"/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42500"/>
                            </p:stCondLst>
                            <p:childTnLst>
                              <p:par>
                                <p:cTn id="3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2" dur="500"/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3" fill="hold">
                            <p:stCondLst>
                              <p:cond delay="43000"/>
                            </p:stCondLst>
                            <p:childTnLst>
                              <p:par>
                                <p:cTn id="3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6" dur="500"/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7" fill="hold">
                            <p:stCondLst>
                              <p:cond delay="43500"/>
                            </p:stCondLst>
                            <p:childTnLst>
                              <p:par>
                                <p:cTn id="3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500"/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1" fill="hold">
                            <p:stCondLst>
                              <p:cond delay="44000"/>
                            </p:stCondLst>
                            <p:childTnLst>
                              <p:par>
                                <p:cTn id="3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4" dur="500"/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5" fill="hold">
                            <p:stCondLst>
                              <p:cond delay="44500"/>
                            </p:stCondLst>
                            <p:childTnLst>
                              <p:par>
                                <p:cTn id="3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2" fill="hold">
                            <p:stCondLst>
                              <p:cond delay="45000"/>
                            </p:stCondLst>
                            <p:childTnLst>
                              <p:par>
                                <p:cTn id="3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6" fill="hold">
                            <p:stCondLst>
                              <p:cond delay="45500"/>
                            </p:stCondLst>
                            <p:childTnLst>
                              <p:par>
                                <p:cTn id="3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9" dur="500"/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0" fill="hold">
                            <p:stCondLst>
                              <p:cond delay="46000"/>
                            </p:stCondLst>
                            <p:childTnLst>
                              <p:par>
                                <p:cTn id="3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500"/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4" fill="hold">
                            <p:stCondLst>
                              <p:cond delay="46500"/>
                            </p:stCondLst>
                            <p:childTnLst>
                              <p:par>
                                <p:cTn id="3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500"/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47000"/>
                            </p:stCondLst>
                            <p:childTnLst>
                              <p:par>
                                <p:cTn id="3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500"/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2" fill="hold">
                            <p:stCondLst>
                              <p:cond delay="47500"/>
                            </p:stCondLst>
                            <p:childTnLst>
                              <p:par>
                                <p:cTn id="4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500"/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6" fill="hold">
                            <p:stCondLst>
                              <p:cond delay="48000"/>
                            </p:stCondLst>
                            <p:childTnLst>
                              <p:par>
                                <p:cTn id="4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500"/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48500"/>
                            </p:stCondLst>
                            <p:childTnLst>
                              <p:par>
                                <p:cTn id="4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3" dur="500"/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4" fill="hold">
                            <p:stCondLst>
                              <p:cond delay="49000"/>
                            </p:stCondLst>
                            <p:childTnLst>
                              <p:par>
                                <p:cTn id="4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500"/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8" fill="hold">
                            <p:stCondLst>
                              <p:cond delay="49500"/>
                            </p:stCondLst>
                            <p:childTnLst>
                              <p:par>
                                <p:cTn id="4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2" fill="hold">
                            <p:stCondLst>
                              <p:cond delay="50000"/>
                            </p:stCondLst>
                            <p:childTnLst>
                              <p:par>
                                <p:cTn id="4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5" dur="500"/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6" fill="hold">
                            <p:stCondLst>
                              <p:cond delay="50500"/>
                            </p:stCondLst>
                            <p:childTnLst>
                              <p:par>
                                <p:cTn id="4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500"/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>
                            <p:stCondLst>
                              <p:cond delay="51000"/>
                            </p:stCondLst>
                            <p:childTnLst>
                              <p:par>
                                <p:cTn id="4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3" dur="500"/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4" fill="hold">
                            <p:stCondLst>
                              <p:cond delay="51500"/>
                            </p:stCondLst>
                            <p:childTnLst>
                              <p:par>
                                <p:cTn id="4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7" dur="500"/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8" fill="hold">
                            <p:stCondLst>
                              <p:cond delay="52000"/>
                            </p:stCondLst>
                            <p:childTnLst>
                              <p:par>
                                <p:cTn id="4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500"/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2" fill="hold">
                            <p:stCondLst>
                              <p:cond delay="52500"/>
                            </p:stCondLst>
                            <p:childTnLst>
                              <p:par>
                                <p:cTn id="4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5" dur="500"/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6" fill="hold">
                            <p:stCondLst>
                              <p:cond delay="53000"/>
                            </p:stCondLst>
                            <p:childTnLst>
                              <p:par>
                                <p:cTn id="4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9" dur="500"/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0" fill="hold">
                            <p:stCondLst>
                              <p:cond delay="53500"/>
                            </p:stCondLst>
                            <p:childTnLst>
                              <p:par>
                                <p:cTn id="4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500"/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tx" preserve="1">
  <p:cSld name="Title and Conten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41584" y="365125"/>
            <a:ext cx="1055804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r>
              <a:rPr lang="fr-FR" smtClean="0"/>
              <a:t>Cliquez pour modifier le style du titre</a:t>
            </a:r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>
            <a:off x="841584" y="1825625"/>
            <a:ext cx="10558046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75" name="Google Shape;75;p11"/>
          <p:cNvSpPr txBox="1">
            <a:spLocks noGrp="1"/>
          </p:cNvSpPr>
          <p:nvPr>
            <p:ph type="sldNum" idx="12"/>
          </p:nvPr>
        </p:nvSpPr>
        <p:spPr>
          <a:xfrm>
            <a:off x="11134585" y="6308031"/>
            <a:ext cx="26506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13FC507D-7137-4A00-9E3C-E8B9E244C86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625485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>
  <p:cSld name="Section Header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835208" y="1709738"/>
            <a:ext cx="10558046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r>
              <a:rPr lang="fr-FR" smtClean="0"/>
              <a:t>Cliquez pour modifier le style du titre</a:t>
            </a:r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body" idx="1"/>
          </p:nvPr>
        </p:nvSpPr>
        <p:spPr>
          <a:xfrm>
            <a:off x="835208" y="4589462"/>
            <a:ext cx="10558046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1134585" y="6308031"/>
            <a:ext cx="26506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13FC507D-7137-4A00-9E3C-E8B9E244C86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740220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preserve="1">
  <p:cSld name="Comparis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title"/>
          </p:nvPr>
        </p:nvSpPr>
        <p:spPr>
          <a:xfrm>
            <a:off x="843177" y="365125"/>
            <a:ext cx="1055804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r>
              <a:rPr lang="fr-FR" smtClean="0"/>
              <a:t>Cliquez pour modifier le style du titre</a:t>
            </a:r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1"/>
          </p:nvPr>
        </p:nvSpPr>
        <p:spPr>
          <a:xfrm>
            <a:off x="843177" y="1681163"/>
            <a:ext cx="517872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2"/>
          </p:nvPr>
        </p:nvSpPr>
        <p:spPr>
          <a:xfrm>
            <a:off x="6197114" y="1681163"/>
            <a:ext cx="5204022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11134585" y="6308031"/>
            <a:ext cx="26506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13FC507D-7137-4A00-9E3C-E8B9E244C86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40476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>
            <a:spLocks noGrp="1"/>
          </p:cNvSpPr>
          <p:nvPr>
            <p:ph type="title"/>
          </p:nvPr>
        </p:nvSpPr>
        <p:spPr>
          <a:xfrm>
            <a:off x="841584" y="365125"/>
            <a:ext cx="1055804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r>
              <a:rPr lang="fr-FR" smtClean="0"/>
              <a:t>Cliquez pour modifier le style du titre</a:t>
            </a:r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sldNum" idx="12"/>
          </p:nvPr>
        </p:nvSpPr>
        <p:spPr>
          <a:xfrm>
            <a:off x="11134585" y="6308031"/>
            <a:ext cx="26506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13FC507D-7137-4A00-9E3C-E8B9E244C86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758656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>
  <p:cSld name="Blank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>
            <a:spLocks noGrp="1"/>
          </p:cNvSpPr>
          <p:nvPr>
            <p:ph type="sldNum" idx="12"/>
          </p:nvPr>
        </p:nvSpPr>
        <p:spPr>
          <a:xfrm>
            <a:off x="11134585" y="6308031"/>
            <a:ext cx="26506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>
              <a:lnSpc>
                <a:spcPts val="1515"/>
              </a:lnSpc>
            </a:pPr>
            <a:fld id="{81D60167-4931-47E6-BA6A-407CBD079E47}" type="slidenum">
              <a:rPr lang="fr-FR" spc="-5" smtClean="0"/>
              <a:pPr marL="38100">
                <a:lnSpc>
                  <a:spcPts val="1515"/>
                </a:lnSpc>
              </a:pPr>
              <a:t>‹N°›</a:t>
            </a:fld>
            <a:endParaRPr lang="fr-FR" spc="-5" dirty="0"/>
          </a:p>
        </p:txBody>
      </p:sp>
    </p:spTree>
    <p:extLst>
      <p:ext uri="{BB962C8B-B14F-4D97-AF65-F5344CB8AC3E}">
        <p14:creationId xmlns="" xmlns:p14="http://schemas.microsoft.com/office/powerpoint/2010/main" val="3865833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preserve="1">
  <p:cSld name="Content with Ca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843177" y="457200"/>
            <a:ext cx="3947972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r>
              <a:rPr lang="fr-FR" smtClean="0"/>
              <a:t>Cliquez pour modifier le style du titre</a:t>
            </a:r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5204109" y="987425"/>
            <a:ext cx="6197114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1pPr>
            <a:lvl2pPr marL="914400" lvl="1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2pPr>
            <a:lvl3pPr marL="1371600" lvl="2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3pPr>
            <a:lvl4pPr marL="1828800" lvl="3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4pPr>
            <a:lvl5pPr marL="2286000" lvl="4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2"/>
          </p:nvPr>
        </p:nvSpPr>
        <p:spPr>
          <a:xfrm>
            <a:off x="843177" y="2057400"/>
            <a:ext cx="3947972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94" name="Google Shape;94;p17"/>
          <p:cNvSpPr txBox="1">
            <a:spLocks noGrp="1"/>
          </p:cNvSpPr>
          <p:nvPr>
            <p:ph type="sldNum" idx="12"/>
          </p:nvPr>
        </p:nvSpPr>
        <p:spPr>
          <a:xfrm>
            <a:off x="11134585" y="6308031"/>
            <a:ext cx="26506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13FC507D-7137-4A00-9E3C-E8B9E244C86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365745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preserve="1">
  <p:cSld name="Picture with Caption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843177" y="457200"/>
            <a:ext cx="3947972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r>
              <a:rPr lang="fr-FR" smtClean="0"/>
              <a:t>Cliquez pour modifier le style du titre</a:t>
            </a:r>
            <a:endParaRPr/>
          </a:p>
        </p:txBody>
      </p:sp>
      <p:sp>
        <p:nvSpPr>
          <p:cNvPr id="97" name="Google Shape;97;p18"/>
          <p:cNvSpPr>
            <a:spLocks noGrp="1"/>
          </p:cNvSpPr>
          <p:nvPr>
            <p:ph type="pic" idx="2"/>
          </p:nvPr>
        </p:nvSpPr>
        <p:spPr>
          <a:xfrm>
            <a:off x="5204109" y="987425"/>
            <a:ext cx="6197114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mtClean="0"/>
              <a:t>Cliquez sur l'icône pour ajouter une image</a:t>
            </a:r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body" idx="1"/>
          </p:nvPr>
        </p:nvSpPr>
        <p:spPr>
          <a:xfrm>
            <a:off x="843177" y="2057400"/>
            <a:ext cx="3947972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99" name="Google Shape;99;p18"/>
          <p:cNvSpPr txBox="1">
            <a:spLocks noGrp="1"/>
          </p:cNvSpPr>
          <p:nvPr>
            <p:ph type="sldNum" idx="12"/>
          </p:nvPr>
        </p:nvSpPr>
        <p:spPr>
          <a:xfrm>
            <a:off x="11134585" y="6308031"/>
            <a:ext cx="26506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13FC507D-7137-4A00-9E3C-E8B9E244C86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2449551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preserve="1">
  <p:cSld name="Title and Vertical 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841584" y="365125"/>
            <a:ext cx="1055804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r>
              <a:rPr lang="fr-FR" smtClean="0"/>
              <a:t>Cliquez pour modifier le style du titre</a:t>
            </a:r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body" idx="1"/>
          </p:nvPr>
        </p:nvSpPr>
        <p:spPr>
          <a:xfrm>
            <a:off x="841584" y="1825625"/>
            <a:ext cx="10558046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03" name="Google Shape;103;p19"/>
          <p:cNvSpPr txBox="1">
            <a:spLocks noGrp="1"/>
          </p:cNvSpPr>
          <p:nvPr>
            <p:ph type="sldNum" idx="12"/>
          </p:nvPr>
        </p:nvSpPr>
        <p:spPr>
          <a:xfrm>
            <a:off x="11134585" y="6308031"/>
            <a:ext cx="26506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13FC507D-7137-4A00-9E3C-E8B9E244C86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7987965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preserve="1">
  <p:cSld name="Vertical Title and 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8760118" y="365125"/>
            <a:ext cx="2639512" cy="58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r>
              <a:rPr lang="fr-FR" smtClean="0"/>
              <a:t>Cliquez pour modifier le style du titre</a:t>
            </a:r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1"/>
          </p:nvPr>
        </p:nvSpPr>
        <p:spPr>
          <a:xfrm>
            <a:off x="841584" y="365125"/>
            <a:ext cx="7765519" cy="58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07" name="Google Shape;107;p20"/>
          <p:cNvSpPr txBox="1">
            <a:spLocks noGrp="1"/>
          </p:cNvSpPr>
          <p:nvPr>
            <p:ph type="sldNum" idx="12"/>
          </p:nvPr>
        </p:nvSpPr>
        <p:spPr>
          <a:xfrm>
            <a:off x="11134585" y="6308031"/>
            <a:ext cx="26506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13FC507D-7137-4A00-9E3C-E8B9E244C86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382355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2" preserve="1">
  <p:cSld name="Title 2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e35c07f9d5_0_198"/>
          <p:cNvSpPr/>
          <p:nvPr/>
        </p:nvSpPr>
        <p:spPr>
          <a:xfrm>
            <a:off x="0" y="2400300"/>
            <a:ext cx="12241213" cy="2057400"/>
          </a:xfrm>
          <a:prstGeom prst="rect">
            <a:avLst/>
          </a:prstGeom>
          <a:gradFill>
            <a:gsLst>
              <a:gs pos="0">
                <a:srgbClr val="FFFFFF">
                  <a:alpha val="89411"/>
                </a:srgbClr>
              </a:gs>
              <a:gs pos="25000">
                <a:srgbClr val="FFFFFF">
                  <a:alpha val="40392"/>
                </a:srgbClr>
              </a:gs>
              <a:gs pos="51000">
                <a:srgbClr val="FFFFFF">
                  <a:alpha val="0"/>
                </a:srgbClr>
              </a:gs>
              <a:gs pos="80000">
                <a:srgbClr val="FFFFFF">
                  <a:alpha val="392"/>
                </a:srgbClr>
              </a:gs>
              <a:gs pos="100000">
                <a:srgbClr val="FFFFFF">
                  <a:alpha val="49411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e35c07f9d5_0_198"/>
          <p:cNvSpPr txBox="1">
            <a:spLocks noGrp="1"/>
          </p:cNvSpPr>
          <p:nvPr>
            <p:ph type="title"/>
          </p:nvPr>
        </p:nvSpPr>
        <p:spPr>
          <a:xfrm>
            <a:off x="612061" y="2648638"/>
            <a:ext cx="11017092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6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9pPr>
          </a:lstStyle>
          <a:p>
            <a:r>
              <a:rPr lang="fr-FR" smtClean="0"/>
              <a:t>Cliquez pour modifier le style du titre</a:t>
            </a:r>
            <a:endParaRPr/>
          </a:p>
        </p:txBody>
      </p:sp>
      <p:sp>
        <p:nvSpPr>
          <p:cNvPr id="111" name="Google Shape;111;ge35c07f9d5_0_198"/>
          <p:cNvSpPr txBox="1">
            <a:spLocks noGrp="1"/>
          </p:cNvSpPr>
          <p:nvPr>
            <p:ph type="body" idx="1"/>
          </p:nvPr>
        </p:nvSpPr>
        <p:spPr>
          <a:xfrm>
            <a:off x="608225" y="3639702"/>
            <a:ext cx="11024622" cy="5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4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12" name="Google Shape;112;ge35c07f9d5_0_198"/>
          <p:cNvSpPr txBox="1">
            <a:spLocks noGrp="1"/>
          </p:cNvSpPr>
          <p:nvPr>
            <p:ph type="body" idx="2"/>
          </p:nvPr>
        </p:nvSpPr>
        <p:spPr>
          <a:xfrm>
            <a:off x="608225" y="4526407"/>
            <a:ext cx="11024622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19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="" xmlns:p14="http://schemas.microsoft.com/office/powerpoint/2010/main" val="1781148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words" preserve="1">
  <p:cSld name="Keywords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e35c07f9d5_0_942"/>
          <p:cNvSpPr txBox="1">
            <a:spLocks noGrp="1"/>
          </p:cNvSpPr>
          <p:nvPr>
            <p:ph type="title"/>
          </p:nvPr>
        </p:nvSpPr>
        <p:spPr>
          <a:xfrm>
            <a:off x="810764" y="278650"/>
            <a:ext cx="10619493" cy="10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9pPr>
          </a:lstStyle>
          <a:p>
            <a:r>
              <a:rPr lang="fr-FR" smtClean="0"/>
              <a:t>Cliquez pour modifier le style du titre</a:t>
            </a:r>
            <a:endParaRPr/>
          </a:p>
        </p:txBody>
      </p:sp>
      <p:sp>
        <p:nvSpPr>
          <p:cNvPr id="115" name="Google Shape;115;ge35c07f9d5_0_942"/>
          <p:cNvSpPr txBox="1">
            <a:spLocks noGrp="1"/>
          </p:cNvSpPr>
          <p:nvPr>
            <p:ph type="ftr" idx="11"/>
          </p:nvPr>
        </p:nvSpPr>
        <p:spPr>
          <a:xfrm>
            <a:off x="3348920" y="6495947"/>
            <a:ext cx="5543486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fr-FR"/>
          </a:p>
        </p:txBody>
      </p:sp>
      <p:sp>
        <p:nvSpPr>
          <p:cNvPr id="116" name="Google Shape;116;ge35c07f9d5_0_942"/>
          <p:cNvSpPr txBox="1">
            <a:spLocks noGrp="1"/>
          </p:cNvSpPr>
          <p:nvPr>
            <p:ph type="sldNum" idx="12"/>
          </p:nvPr>
        </p:nvSpPr>
        <p:spPr>
          <a:xfrm>
            <a:off x="9308999" y="6446521"/>
            <a:ext cx="2856383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13FC507D-7137-4A00-9E3C-E8B9E244C86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7" name="Google Shape;117;ge35c07f9d5_0_942"/>
          <p:cNvSpPr txBox="1">
            <a:spLocks noGrp="1"/>
          </p:cNvSpPr>
          <p:nvPr>
            <p:ph type="body" idx="1"/>
          </p:nvPr>
        </p:nvSpPr>
        <p:spPr>
          <a:xfrm>
            <a:off x="828372" y="1202267"/>
            <a:ext cx="10584553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18" name="Google Shape;118;ge35c07f9d5_0_942"/>
          <p:cNvSpPr/>
          <p:nvPr/>
        </p:nvSpPr>
        <p:spPr>
          <a:xfrm>
            <a:off x="0" y="2526979"/>
            <a:ext cx="12241213" cy="1298700"/>
          </a:xfrm>
          <a:prstGeom prst="rect">
            <a:avLst/>
          </a:prstGeom>
          <a:gradFill>
            <a:gsLst>
              <a:gs pos="0">
                <a:srgbClr val="FFFFFF">
                  <a:alpha val="83137"/>
                </a:srgbClr>
              </a:gs>
              <a:gs pos="24000">
                <a:srgbClr val="FFFFFF">
                  <a:alpha val="30196"/>
                </a:srgbClr>
              </a:gs>
              <a:gs pos="67000">
                <a:srgbClr val="FFFFFF">
                  <a:alpha val="4313"/>
                </a:srgbClr>
              </a:gs>
              <a:gs pos="100000">
                <a:srgbClr val="FFFFFF">
                  <a:alpha val="64313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e35c07f9d5_0_942"/>
          <p:cNvSpPr/>
          <p:nvPr/>
        </p:nvSpPr>
        <p:spPr>
          <a:xfrm rot="-2699792">
            <a:off x="2383191" y="2786242"/>
            <a:ext cx="3513242" cy="78022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93245" y="0"/>
                </a:moveTo>
                <a:lnTo>
                  <a:pt x="120000" y="120000"/>
                </a:lnTo>
                <a:lnTo>
                  <a:pt x="26754" y="120000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68627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e35c07f9d5_0_942"/>
          <p:cNvSpPr/>
          <p:nvPr/>
        </p:nvSpPr>
        <p:spPr>
          <a:xfrm>
            <a:off x="5345680" y="2215597"/>
            <a:ext cx="632543" cy="311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59304" y="0"/>
                </a:move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e35c07f9d5_0_942"/>
          <p:cNvSpPr/>
          <p:nvPr/>
        </p:nvSpPr>
        <p:spPr>
          <a:xfrm rot="10800000">
            <a:off x="2296880" y="3825555"/>
            <a:ext cx="637061" cy="31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119999"/>
                </a:moveTo>
                <a:lnTo>
                  <a:pt x="0" y="119999"/>
                </a:lnTo>
                <a:lnTo>
                  <a:pt x="33993" y="50878"/>
                </a:lnTo>
                <a:lnTo>
                  <a:pt x="59601" y="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e35c07f9d5_0_942"/>
          <p:cNvSpPr/>
          <p:nvPr/>
        </p:nvSpPr>
        <p:spPr>
          <a:xfrm rot="-2699792">
            <a:off x="4264192" y="2785931"/>
            <a:ext cx="3513242" cy="78022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93245" y="0"/>
                </a:moveTo>
                <a:lnTo>
                  <a:pt x="120000" y="120000"/>
                </a:lnTo>
                <a:lnTo>
                  <a:pt x="26754" y="120000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68627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e35c07f9d5_0_942"/>
          <p:cNvSpPr/>
          <p:nvPr/>
        </p:nvSpPr>
        <p:spPr>
          <a:xfrm>
            <a:off x="7226680" y="2215287"/>
            <a:ext cx="632543" cy="311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59304" y="0"/>
                </a:move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e35c07f9d5_0_942"/>
          <p:cNvSpPr/>
          <p:nvPr/>
        </p:nvSpPr>
        <p:spPr>
          <a:xfrm rot="10800000">
            <a:off x="4177882" y="3825244"/>
            <a:ext cx="637061" cy="31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119999"/>
                </a:moveTo>
                <a:lnTo>
                  <a:pt x="0" y="119999"/>
                </a:lnTo>
                <a:lnTo>
                  <a:pt x="33993" y="50878"/>
                </a:lnTo>
                <a:lnTo>
                  <a:pt x="59601" y="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e35c07f9d5_0_942"/>
          <p:cNvSpPr/>
          <p:nvPr/>
        </p:nvSpPr>
        <p:spPr>
          <a:xfrm rot="-2699792">
            <a:off x="6145192" y="2799769"/>
            <a:ext cx="3513242" cy="78022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93245" y="0"/>
                </a:moveTo>
                <a:lnTo>
                  <a:pt x="120000" y="120000"/>
                </a:lnTo>
                <a:lnTo>
                  <a:pt x="26754" y="120000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68627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e35c07f9d5_0_942"/>
          <p:cNvSpPr/>
          <p:nvPr/>
        </p:nvSpPr>
        <p:spPr>
          <a:xfrm>
            <a:off x="9107679" y="2229125"/>
            <a:ext cx="632543" cy="311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59304" y="0"/>
                </a:move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e35c07f9d5_0_942"/>
          <p:cNvSpPr/>
          <p:nvPr/>
        </p:nvSpPr>
        <p:spPr>
          <a:xfrm rot="10800000">
            <a:off x="6058882" y="3839082"/>
            <a:ext cx="637061" cy="31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119999"/>
                </a:moveTo>
                <a:lnTo>
                  <a:pt x="0" y="119999"/>
                </a:lnTo>
                <a:lnTo>
                  <a:pt x="33993" y="50878"/>
                </a:lnTo>
                <a:lnTo>
                  <a:pt x="59601" y="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e35c07f9d5_0_942"/>
          <p:cNvSpPr/>
          <p:nvPr/>
        </p:nvSpPr>
        <p:spPr>
          <a:xfrm rot="-2699792">
            <a:off x="8026195" y="2799770"/>
            <a:ext cx="3513242" cy="78022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93245" y="0"/>
                </a:moveTo>
                <a:lnTo>
                  <a:pt x="120000" y="120000"/>
                </a:lnTo>
                <a:lnTo>
                  <a:pt x="26754" y="120000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68627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e35c07f9d5_0_942"/>
          <p:cNvSpPr/>
          <p:nvPr/>
        </p:nvSpPr>
        <p:spPr>
          <a:xfrm>
            <a:off x="10988681" y="2229126"/>
            <a:ext cx="632543" cy="311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59304" y="0"/>
                </a:move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e35c07f9d5_0_942"/>
          <p:cNvSpPr/>
          <p:nvPr/>
        </p:nvSpPr>
        <p:spPr>
          <a:xfrm rot="10800000">
            <a:off x="7939883" y="3839082"/>
            <a:ext cx="637061" cy="31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119999"/>
                </a:moveTo>
                <a:lnTo>
                  <a:pt x="0" y="119999"/>
                </a:lnTo>
                <a:lnTo>
                  <a:pt x="33993" y="50878"/>
                </a:lnTo>
                <a:lnTo>
                  <a:pt x="59601" y="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e35c07f9d5_0_942"/>
          <p:cNvSpPr/>
          <p:nvPr/>
        </p:nvSpPr>
        <p:spPr>
          <a:xfrm rot="-2699792">
            <a:off x="502191" y="2785620"/>
            <a:ext cx="3513242" cy="78022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93245" y="0"/>
                </a:moveTo>
                <a:lnTo>
                  <a:pt x="120000" y="120000"/>
                </a:lnTo>
                <a:lnTo>
                  <a:pt x="26754" y="120000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68627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e35c07f9d5_0_942"/>
          <p:cNvSpPr/>
          <p:nvPr/>
        </p:nvSpPr>
        <p:spPr>
          <a:xfrm>
            <a:off x="3464678" y="2214976"/>
            <a:ext cx="632543" cy="311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59304" y="0"/>
                </a:move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e35c07f9d5_0_942"/>
          <p:cNvSpPr/>
          <p:nvPr/>
        </p:nvSpPr>
        <p:spPr>
          <a:xfrm rot="10800000">
            <a:off x="415880" y="3824932"/>
            <a:ext cx="637061" cy="31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119999"/>
                </a:moveTo>
                <a:lnTo>
                  <a:pt x="0" y="119999"/>
                </a:lnTo>
                <a:lnTo>
                  <a:pt x="33993" y="50878"/>
                </a:lnTo>
                <a:lnTo>
                  <a:pt x="59601" y="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e35c07f9d5_0_942"/>
          <p:cNvSpPr txBox="1">
            <a:spLocks noGrp="1"/>
          </p:cNvSpPr>
          <p:nvPr>
            <p:ph type="body" idx="2"/>
          </p:nvPr>
        </p:nvSpPr>
        <p:spPr>
          <a:xfrm rot="-2700000">
            <a:off x="1081981" y="2861803"/>
            <a:ext cx="2391859" cy="58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9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35" name="Google Shape;135;ge35c07f9d5_0_942"/>
          <p:cNvSpPr txBox="1">
            <a:spLocks noGrp="1"/>
          </p:cNvSpPr>
          <p:nvPr>
            <p:ph type="body" idx="3"/>
          </p:nvPr>
        </p:nvSpPr>
        <p:spPr>
          <a:xfrm rot="-2700000">
            <a:off x="2966905" y="2861803"/>
            <a:ext cx="2391859" cy="58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9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36" name="Google Shape;136;ge35c07f9d5_0_942"/>
          <p:cNvSpPr txBox="1">
            <a:spLocks noGrp="1"/>
          </p:cNvSpPr>
          <p:nvPr>
            <p:ph type="body" idx="4"/>
          </p:nvPr>
        </p:nvSpPr>
        <p:spPr>
          <a:xfrm rot="-2700000">
            <a:off x="4851830" y="2861803"/>
            <a:ext cx="2391859" cy="58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9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37" name="Google Shape;137;ge35c07f9d5_0_942"/>
          <p:cNvSpPr txBox="1">
            <a:spLocks noGrp="1"/>
          </p:cNvSpPr>
          <p:nvPr>
            <p:ph type="body" idx="5"/>
          </p:nvPr>
        </p:nvSpPr>
        <p:spPr>
          <a:xfrm rot="-2700000">
            <a:off x="6736754" y="2861803"/>
            <a:ext cx="2391859" cy="58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9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38" name="Google Shape;138;ge35c07f9d5_0_942"/>
          <p:cNvSpPr txBox="1">
            <a:spLocks noGrp="1"/>
          </p:cNvSpPr>
          <p:nvPr>
            <p:ph type="body" idx="6"/>
          </p:nvPr>
        </p:nvSpPr>
        <p:spPr>
          <a:xfrm rot="-2700000">
            <a:off x="8621676" y="2861803"/>
            <a:ext cx="2391859" cy="58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9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39" name="Google Shape;139;ge35c07f9d5_0_942"/>
          <p:cNvSpPr txBox="1">
            <a:spLocks noGrp="1"/>
          </p:cNvSpPr>
          <p:nvPr>
            <p:ph type="body" idx="7"/>
          </p:nvPr>
        </p:nvSpPr>
        <p:spPr>
          <a:xfrm>
            <a:off x="798755" y="4621157"/>
            <a:ext cx="5024801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40" name="Google Shape;140;ge35c07f9d5_0_942"/>
          <p:cNvSpPr txBox="1">
            <a:spLocks noGrp="1"/>
          </p:cNvSpPr>
          <p:nvPr>
            <p:ph type="body" idx="8"/>
          </p:nvPr>
        </p:nvSpPr>
        <p:spPr>
          <a:xfrm>
            <a:off x="795035" y="5094200"/>
            <a:ext cx="5024801" cy="12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pic>
        <p:nvPicPr>
          <p:cNvPr id="141" name="Google Shape;141;ge35c07f9d5_0_942"/>
          <p:cNvPicPr preferRelativeResize="0"/>
          <p:nvPr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1915326" y="4940635"/>
            <a:ext cx="5439267" cy="3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e35c07f9d5_0_942"/>
          <p:cNvSpPr txBox="1">
            <a:spLocks noGrp="1"/>
          </p:cNvSpPr>
          <p:nvPr>
            <p:ph type="body" idx="9"/>
          </p:nvPr>
        </p:nvSpPr>
        <p:spPr>
          <a:xfrm>
            <a:off x="6318969" y="4621157"/>
            <a:ext cx="5024801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143" name="Google Shape;143;ge35c07f9d5_0_942"/>
          <p:cNvSpPr txBox="1">
            <a:spLocks noGrp="1"/>
          </p:cNvSpPr>
          <p:nvPr>
            <p:ph type="body" idx="13"/>
          </p:nvPr>
        </p:nvSpPr>
        <p:spPr>
          <a:xfrm>
            <a:off x="6315249" y="5094200"/>
            <a:ext cx="5024801" cy="12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="" xmlns:p14="http://schemas.microsoft.com/office/powerpoint/2010/main" val="3453712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75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5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25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750"/>
                            </p:stCondLst>
                            <p:childTnLst>
                              <p:par>
                                <p:cTn id="1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5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25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3750"/>
                            </p:stCondLst>
                            <p:childTnLst>
                              <p:par>
                                <p:cTn id="1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25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4000"/>
                            </p:stCondLst>
                            <p:childTnLst>
                              <p:par>
                                <p:cTn id="1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2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4250"/>
                            </p:stCondLst>
                            <p:childTnLst>
                              <p:par>
                                <p:cTn id="1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4750"/>
                            </p:stCondLst>
                            <p:childTnLst>
                              <p:par>
                                <p:cTn id="1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2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5000"/>
                            </p:stCondLst>
                            <p:childTnLst>
                              <p:par>
                                <p:cTn id="1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2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5250"/>
                            </p:stCondLst>
                            <p:childTnLst>
                              <p:par>
                                <p:cTn id="1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5750"/>
                            </p:stCondLst>
                            <p:childTnLst>
                              <p:par>
                                <p:cTn id="2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2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6000"/>
                            </p:stCondLst>
                            <p:childTnLst>
                              <p:par>
                                <p:cTn id="2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6500"/>
                            </p:stCondLst>
                            <p:childTnLst>
                              <p:par>
                                <p:cTn id="2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7000"/>
                            </p:stCondLst>
                            <p:childTnLst>
                              <p:par>
                                <p:cTn id="2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7500"/>
                            </p:stCondLst>
                            <p:childTnLst>
                              <p:par>
                                <p:cTn id="2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8000"/>
                            </p:stCondLst>
                            <p:childTnLst>
                              <p:par>
                                <p:cTn id="2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8500"/>
                            </p:stCondLst>
                            <p:childTnLst>
                              <p:par>
                                <p:cTn id="2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9000"/>
                            </p:stCondLst>
                            <p:childTnLst>
                              <p:par>
                                <p:cTn id="2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9500"/>
                            </p:stCondLst>
                            <p:childTnLst>
                              <p:par>
                                <p:cTn id="2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10000"/>
                            </p:stCondLst>
                            <p:childTnLst>
                              <p:par>
                                <p:cTn id="2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10500"/>
                            </p:stCondLst>
                            <p:childTnLst>
                              <p:par>
                                <p:cTn id="2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11500"/>
                            </p:stCondLst>
                            <p:childTnLst>
                              <p:par>
                                <p:cTn id="2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750"/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12250"/>
                            </p:stCondLst>
                            <p:childTnLst>
                              <p:par>
                                <p:cTn id="2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750"/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13000"/>
                            </p:stCondLst>
                            <p:childTnLst>
                              <p:par>
                                <p:cTn id="2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750"/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13750"/>
                            </p:stCondLst>
                            <p:childTnLst>
                              <p:par>
                                <p:cTn id="28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750"/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14500"/>
                            </p:stCondLst>
                            <p:childTnLst>
                              <p:par>
                                <p:cTn id="28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750"/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>
                            <p:stCondLst>
                              <p:cond delay="15250"/>
                            </p:stCondLst>
                            <p:childTnLst>
                              <p:par>
                                <p:cTn id="29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750"/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16000"/>
                            </p:stCondLst>
                            <p:childTnLst>
                              <p:par>
                                <p:cTn id="2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750"/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16750"/>
                            </p:stCondLst>
                            <p:childTnLst>
                              <p:par>
                                <p:cTn id="3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750"/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17500"/>
                            </p:stCondLst>
                            <p:childTnLst>
                              <p:par>
                                <p:cTn id="30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750"/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18250"/>
                            </p:stCondLst>
                            <p:childTnLst>
                              <p:par>
                                <p:cTn id="30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18750"/>
                            </p:stCondLst>
                            <p:childTnLst>
                              <p:par>
                                <p:cTn id="3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500"/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19250"/>
                            </p:stCondLst>
                            <p:childTnLst>
                              <p:par>
                                <p:cTn id="3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500"/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19750"/>
                            </p:stCondLst>
                            <p:childTnLst>
                              <p:par>
                                <p:cTn id="3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>
                            <p:stCondLst>
                              <p:cond delay="20250"/>
                            </p:stCondLst>
                            <p:childTnLst>
                              <p:par>
                                <p:cTn id="3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500"/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" fill="hold">
                            <p:stCondLst>
                              <p:cond delay="20750"/>
                            </p:stCondLst>
                            <p:childTnLst>
                              <p:par>
                                <p:cTn id="3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500"/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21250"/>
                            </p:stCondLst>
                            <p:childTnLst>
                              <p:par>
                                <p:cTn id="3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500"/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21750"/>
                            </p:stCondLst>
                            <p:childTnLst>
                              <p:par>
                                <p:cTn id="3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9" fill="hold">
                            <p:stCondLst>
                              <p:cond delay="22250"/>
                            </p:stCondLst>
                            <p:childTnLst>
                              <p:par>
                                <p:cTn id="3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500"/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22750"/>
                            </p:stCondLst>
                            <p:childTnLst>
                              <p:par>
                                <p:cTn id="3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75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7" fill="hold">
                            <p:stCondLst>
                              <p:cond delay="23500"/>
                            </p:stCondLst>
                            <p:childTnLst>
                              <p:par>
                                <p:cTn id="3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750"/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1" fill="hold">
                            <p:stCondLst>
                              <p:cond delay="24250"/>
                            </p:stCondLst>
                            <p:childTnLst>
                              <p:par>
                                <p:cTn id="3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750"/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25000"/>
                            </p:stCondLst>
                            <p:childTnLst>
                              <p:par>
                                <p:cTn id="3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750"/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25750"/>
                            </p:stCondLst>
                            <p:childTnLst>
                              <p:par>
                                <p:cTn id="3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2" dur="750"/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3" fill="hold">
                            <p:stCondLst>
                              <p:cond delay="26500"/>
                            </p:stCondLst>
                            <p:childTnLst>
                              <p:par>
                                <p:cTn id="3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6" dur="750"/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7" fill="hold">
                            <p:stCondLst>
                              <p:cond delay="27250"/>
                            </p:stCondLst>
                            <p:childTnLst>
                              <p:par>
                                <p:cTn id="3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750"/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1" fill="hold">
                            <p:stCondLst>
                              <p:cond delay="28000"/>
                            </p:stCondLst>
                            <p:childTnLst>
                              <p:par>
                                <p:cTn id="3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4" dur="750"/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5" fill="hold">
                            <p:stCondLst>
                              <p:cond delay="28750"/>
                            </p:stCondLst>
                            <p:childTnLst>
                              <p:par>
                                <p:cTn id="3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750"/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Layout" preserve="1">
  <p:cSld name="Agenda Layout">
    <p:bg>
      <p:bgPr>
        <a:blipFill>
          <a:blip r:embed="rId2" cstate="print">
            <a:alphaModFix/>
          </a:blip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133814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21" cstate="print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841584" y="365125"/>
            <a:ext cx="1055804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841584" y="1825625"/>
            <a:ext cx="10558046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11134585" y="6308031"/>
            <a:ext cx="26506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13FC507D-7137-4A00-9E3C-E8B9E244C86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0047594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Mohamed@microsoft.com" TargetMode="External"/><Relationship Id="rId5" Type="http://schemas.openxmlformats.org/officeDocument/2006/relationships/hyperlink" Target="mailto:ahmed@esprit.tn" TargetMode="Externa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Mohamed@microsoft.com" TargetMode="External"/><Relationship Id="rId5" Type="http://schemas.openxmlformats.org/officeDocument/2006/relationships/hyperlink" Target="mailto:ahmed@esprit.tn" TargetMode="Externa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Mohamed@microsoft.com" TargetMode="External"/><Relationship Id="rId5" Type="http://schemas.openxmlformats.org/officeDocument/2006/relationships/hyperlink" Target="mailto:ahmed@esprit.tn" TargetMode="Externa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Mohamed@microsoft.com" TargetMode="External"/><Relationship Id="rId5" Type="http://schemas.openxmlformats.org/officeDocument/2006/relationships/hyperlink" Target="mailto:ahmed@esprit.tn" TargetMode="Externa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Mohamed@microsoft.com" TargetMode="External"/><Relationship Id="rId5" Type="http://schemas.openxmlformats.org/officeDocument/2006/relationships/hyperlink" Target="mailto:ahmed@esprit.tn" TargetMode="Externa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Mohamed@microsoft.com" TargetMode="External"/><Relationship Id="rId5" Type="http://schemas.openxmlformats.org/officeDocument/2006/relationships/hyperlink" Target="mailto:ahmed@esprit.tn" TargetMode="Externa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Mohamed@esprit.tn" TargetMode="External"/><Relationship Id="rId5" Type="http://schemas.openxmlformats.org/officeDocument/2006/relationships/hyperlink" Target="mailto:ahmed@esprit.tn" TargetMode="Externa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30153" y="1762442"/>
            <a:ext cx="9180910" cy="2387700"/>
          </a:xfrm>
        </p:spPr>
        <p:txBody>
          <a:bodyPr>
            <a:normAutofit/>
          </a:bodyPr>
          <a:lstStyle/>
          <a:p>
            <a:r>
              <a:rPr lang="fr-FR" sz="4400" dirty="0">
                <a:solidFill>
                  <a:schemeClr val="bg2">
                    <a:lumMod val="75000"/>
                  </a:schemeClr>
                </a:solidFill>
              </a:rPr>
              <a:t>Chapitre </a:t>
            </a:r>
            <a:r>
              <a:rPr lang="fr-FR" sz="4400" dirty="0" smtClean="0">
                <a:solidFill>
                  <a:schemeClr val="bg2">
                    <a:lumMod val="75000"/>
                  </a:schemeClr>
                </a:solidFill>
              </a:rPr>
              <a:t>3</a:t>
            </a:r>
            <a:r>
              <a:rPr lang="fr-FR" dirty="0"/>
              <a:t/>
            </a:r>
            <a:br>
              <a:rPr lang="fr-FR" dirty="0"/>
            </a:br>
            <a:r>
              <a:rPr lang="fr-FR" sz="4800" dirty="0" smtClean="0"/>
              <a:t>Service de messagerie</a:t>
            </a:r>
            <a:endParaRPr lang="en-US" sz="4800" dirty="0"/>
          </a:p>
        </p:txBody>
      </p:sp>
      <p:sp>
        <p:nvSpPr>
          <p:cNvPr id="3" name="Sous-titre 2"/>
          <p:cNvSpPr>
            <a:spLocks noGrp="1"/>
          </p:cNvSpPr>
          <p:nvPr>
            <p:ph type="body" idx="1"/>
          </p:nvPr>
        </p:nvSpPr>
        <p:spPr>
          <a:xfrm>
            <a:off x="1530153" y="4242117"/>
            <a:ext cx="9180910" cy="1655700"/>
          </a:xfrm>
        </p:spPr>
        <p:txBody>
          <a:bodyPr/>
          <a:lstStyle/>
          <a:p>
            <a:r>
              <a:rPr lang="fr-F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r>
              <a:rPr lang="fr-F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Service et Administration Réseaux </a:t>
            </a:r>
            <a:endParaRPr lang="fr-F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fr-FR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ème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Année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2024/2025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837926E-AD25-459A-86C5-50D6DD64BEDE}" type="slidenum">
              <a:rPr lang="fr-FR" smtClean="0"/>
              <a:pPr/>
              <a:t>1</a:t>
            </a:fld>
            <a:endParaRPr lang="fr-FR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27591" y="1300706"/>
            <a:ext cx="2320006" cy="25377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81258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Objectifs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Comprendre le principe de base des protocoles de messagerie. </a:t>
            </a:r>
          </a:p>
          <a:p>
            <a:r>
              <a:rPr lang="fr-FR" dirty="0" smtClean="0"/>
              <a:t>Distinguer les différents agents (MTA, MDA, MUA). </a:t>
            </a:r>
            <a:endParaRPr lang="fr-FR" smtClean="0"/>
          </a:p>
          <a:p>
            <a:r>
              <a:rPr lang="fr-FR" smtClean="0"/>
              <a:t>Mettre </a:t>
            </a:r>
            <a:r>
              <a:rPr lang="fr-FR" dirty="0" smtClean="0"/>
              <a:t>en place un serveur de messagerie en utilisant les solutions </a:t>
            </a:r>
            <a:r>
              <a:rPr lang="fr-FR" dirty="0" err="1" smtClean="0"/>
              <a:t>Postfix</a:t>
            </a:r>
            <a:r>
              <a:rPr lang="fr-FR" dirty="0" smtClean="0"/>
              <a:t> et </a:t>
            </a:r>
            <a:r>
              <a:rPr lang="fr-FR" dirty="0" err="1" smtClean="0"/>
              <a:t>DoveCot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Plan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 dirty="0" smtClean="0">
                <a:solidFill>
                  <a:schemeClr val="tx1"/>
                </a:solidFill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>
                <a:solidFill>
                  <a:schemeClr val="tx1"/>
                </a:solidFill>
              </a:rPr>
              <a:t>Présentation de SMTP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>
                <a:solidFill>
                  <a:schemeClr val="tx1"/>
                </a:solidFill>
              </a:rPr>
              <a:t>Fonctionnement de SMTP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Architecture de système de messagerie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Protocoles de messagerie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/>
              <a:t>Différence entre POP3 et IMAP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>
                <a:solidFill>
                  <a:schemeClr val="tx1"/>
                </a:solidFill>
              </a:rPr>
              <a:t>Transmission des messages SMTP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smtClean="0">
                <a:solidFill>
                  <a:schemeClr val="tx1"/>
                </a:solidFill>
              </a:rPr>
              <a:t>Exemple d’échanges SMTP</a:t>
            </a:r>
          </a:p>
          <a:p>
            <a:pPr marL="514350" indent="-514350">
              <a:buFont typeface="+mj-lt"/>
              <a:buAutoNum type="arabicPeriod"/>
            </a:pPr>
            <a:r>
              <a:rPr lang="fr-FR" smtClean="0"/>
              <a:t>Type de client de messagerie</a:t>
            </a:r>
            <a:endParaRPr lang="fr-FR" dirty="0" smtClean="0">
              <a:solidFill>
                <a:schemeClr val="tx1"/>
              </a:solidFill>
            </a:endParaRPr>
          </a:p>
          <a:p>
            <a:pPr marL="514350" indent="-514350">
              <a:buNone/>
            </a:pPr>
            <a:endParaRPr lang="fr-FR" dirty="0" smtClean="0">
              <a:solidFill>
                <a:schemeClr val="tx1"/>
              </a:solidFill>
            </a:endParaRPr>
          </a:p>
          <a:p>
            <a:pPr marL="514350" indent="-514350">
              <a:buNone/>
            </a:pPr>
            <a:endParaRPr lang="fr-FR" dirty="0" smtClean="0">
              <a:solidFill>
                <a:schemeClr val="tx1"/>
              </a:solidFill>
            </a:endParaRP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Introduction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2000" dirty="0" smtClean="0"/>
              <a:t>Le service de messagerie électronique, ou email, est l’un des outils de communication les plus utilisés dans le monde professionnel et personnel. </a:t>
            </a:r>
          </a:p>
          <a:p>
            <a:endParaRPr lang="fr-FR" sz="2000" dirty="0" smtClean="0"/>
          </a:p>
          <a:p>
            <a:r>
              <a:rPr lang="fr-FR" sz="2000" dirty="0" smtClean="0"/>
              <a:t>Il permet l’échange rapide et efficace de messages, de fichiers et de documents entre des utilisateurs situés dans des endroits différents, avec une accessibilité mondiale. </a:t>
            </a:r>
          </a:p>
          <a:p>
            <a:endParaRPr lang="fr-FR" sz="2000" dirty="0" smtClean="0"/>
          </a:p>
          <a:p>
            <a:r>
              <a:rPr lang="fr-FR" sz="2000" dirty="0" smtClean="0"/>
              <a:t>Ce service repose sur un ensemble de protocoles de communication qui assurent le transfert, la réception et la gestion des messages électroniques de manière sécurisée et fiable.</a:t>
            </a:r>
            <a:endParaRPr lang="fr-FR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 smtClean="0"/>
              <a:t>Présentation de SMTP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2000" b="1" dirty="0" smtClean="0"/>
              <a:t>Définition</a:t>
            </a:r>
            <a:r>
              <a:rPr lang="fr-FR" sz="2000" dirty="0" smtClean="0"/>
              <a:t> :</a:t>
            </a:r>
          </a:p>
          <a:p>
            <a:pPr lvl="1"/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Simple Mail Transfer Protocol (SMTP) : protocole de communication standard pour l'envoi de messages électroniques.</a:t>
            </a:r>
          </a:p>
          <a:p>
            <a:pPr lvl="1"/>
            <a:r>
              <a:rPr lang="fr-FR" sz="2000" spc="-5" dirty="0" smtClean="0">
                <a:latin typeface="Times New Roman" pitchFamily="18" charset="0"/>
                <a:cs typeface="Times New Roman" pitchFamily="18" charset="0"/>
              </a:rPr>
              <a:t>Utilise le port TCP 25</a:t>
            </a:r>
            <a:endParaRPr lang="fr-FR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2000" b="1" dirty="0" smtClean="0"/>
              <a:t>Historique</a:t>
            </a:r>
            <a:r>
              <a:rPr lang="fr-FR" sz="2000" dirty="0" smtClean="0"/>
              <a:t> :</a:t>
            </a:r>
          </a:p>
          <a:p>
            <a:pPr lvl="1"/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Créé dans les années 1980 et normalisé par la RFC 5321.</a:t>
            </a:r>
          </a:p>
          <a:p>
            <a:pPr lvl="1"/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Adopté comme protocole universel pour la transmission des e-mails.</a:t>
            </a:r>
          </a:p>
          <a:p>
            <a:pPr>
              <a:buNone/>
            </a:pPr>
            <a:endParaRPr lang="fr-FR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 smtClean="0"/>
              <a:t>Fonctionnement de SMTP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Si l’expéditeur et le destinataire se trouvent dans des domaines </a:t>
            </a:r>
            <a:r>
              <a:rPr lang="fr-FR" dirty="0" smtClean="0"/>
              <a:t>différents:</a:t>
            </a:r>
            <a:endParaRPr lang="fr-FR" dirty="0"/>
          </a:p>
        </p:txBody>
      </p:sp>
      <p:sp>
        <p:nvSpPr>
          <p:cNvPr id="5" name="Rectangle à coins arrondis 4"/>
          <p:cNvSpPr/>
          <p:nvPr/>
        </p:nvSpPr>
        <p:spPr>
          <a:xfrm>
            <a:off x="3600326" y="2492896"/>
            <a:ext cx="5610556" cy="19050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chemeClr val="tx1"/>
                </a:solidFill>
              </a:rPr>
              <a:t>A</a:t>
            </a:r>
            <a:r>
              <a:rPr lang="fr-FR" sz="2000" b="1" dirty="0" smtClean="0">
                <a:solidFill>
                  <a:schemeClr val="tx1"/>
                </a:solidFill>
              </a:rPr>
              <a:t>hmed, </a:t>
            </a:r>
            <a:r>
              <a:rPr lang="fr-FR" sz="2000" b="1" dirty="0" smtClean="0">
                <a:solidFill>
                  <a:schemeClr val="tx1"/>
                </a:solidFill>
              </a:rPr>
              <a:t>qui appartient au domaine </a:t>
            </a:r>
            <a:r>
              <a:rPr lang="fr-FR" sz="2000" b="1" dirty="0" smtClean="0">
                <a:solidFill>
                  <a:schemeClr val="tx1"/>
                </a:solidFill>
              </a:rPr>
              <a:t>esprit.tn</a:t>
            </a:r>
            <a:r>
              <a:rPr lang="fr-FR" sz="2000" b="1" dirty="0" smtClean="0">
                <a:solidFill>
                  <a:schemeClr val="tx1"/>
                </a:solidFill>
              </a:rPr>
              <a:t>, </a:t>
            </a:r>
            <a:r>
              <a:rPr lang="fr-FR" sz="2000" b="1" dirty="0" smtClean="0">
                <a:solidFill>
                  <a:schemeClr val="tx1"/>
                </a:solidFill>
              </a:rPr>
              <a:t>veut envoyer un mail à M</a:t>
            </a:r>
            <a:r>
              <a:rPr lang="fr-FR" sz="2000" b="1" dirty="0" smtClean="0">
                <a:solidFill>
                  <a:schemeClr val="tx1"/>
                </a:solidFill>
              </a:rPr>
              <a:t>ohamed</a:t>
            </a:r>
            <a:r>
              <a:rPr lang="fr-FR" sz="2000" b="1" dirty="0" smtClean="0">
                <a:solidFill>
                  <a:schemeClr val="tx1"/>
                </a:solidFill>
              </a:rPr>
              <a:t>, </a:t>
            </a:r>
            <a:r>
              <a:rPr lang="fr-FR" sz="2000" b="1" dirty="0" smtClean="0">
                <a:solidFill>
                  <a:schemeClr val="tx1"/>
                </a:solidFill>
              </a:rPr>
              <a:t>qui, lui, appartient au domaine microsoft.com</a:t>
            </a:r>
            <a:endParaRPr lang="fr-FR" sz="2000" b="1" dirty="0">
              <a:solidFill>
                <a:schemeClr val="tx1"/>
              </a:solidFill>
            </a:endParaRPr>
          </a:p>
        </p:txBody>
      </p:sp>
      <p:sp>
        <p:nvSpPr>
          <p:cNvPr id="17410" name="AutoShape 2" descr="Utilisateur Art vectoriel, icônes et graphiques à télécharger gratuiteme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7" name="Image 6" descr="image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04982" y="4293096"/>
            <a:ext cx="1905000" cy="1905000"/>
          </a:xfrm>
          <a:prstGeom prst="rect">
            <a:avLst/>
          </a:prstGeom>
        </p:spPr>
      </p:pic>
      <p:pic>
        <p:nvPicPr>
          <p:cNvPr id="8" name="Image 7" descr="images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81137" y="4022179"/>
            <a:ext cx="2143125" cy="2143125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647998" y="6156012"/>
            <a:ext cx="2849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Email: Ahmed@esprit.tn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8424862" y="6237312"/>
            <a:ext cx="3833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Email: Mohamed@microsoft.com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Fonctionnement de SMTP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Rectangle à coins arrondis 4"/>
          <p:cNvSpPr/>
          <p:nvPr/>
        </p:nvSpPr>
        <p:spPr>
          <a:xfrm>
            <a:off x="3744342" y="1772816"/>
            <a:ext cx="4998495" cy="16002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chemeClr val="tx1"/>
                </a:solidFill>
              </a:rPr>
              <a:t>Ahmed</a:t>
            </a:r>
            <a:r>
              <a:rPr lang="fr-FR" sz="2000" b="1" dirty="0" smtClean="0">
                <a:solidFill>
                  <a:schemeClr val="tx1"/>
                </a:solidFill>
              </a:rPr>
              <a:t> </a:t>
            </a:r>
            <a:r>
              <a:rPr lang="fr-FR" sz="2000" b="1" dirty="0" smtClean="0">
                <a:solidFill>
                  <a:schemeClr val="tx1"/>
                </a:solidFill>
              </a:rPr>
              <a:t>va composer son mail sur son ordinateur puis va exécuter la commande d'envoi de son logiciel de messagerie</a:t>
            </a:r>
            <a:endParaRPr lang="fr-FR" sz="2000" b="1" dirty="0">
              <a:solidFill>
                <a:schemeClr val="tx1"/>
              </a:solidFill>
            </a:endParaRPr>
          </a:p>
        </p:txBody>
      </p:sp>
      <p:pic>
        <p:nvPicPr>
          <p:cNvPr id="6" name="Image 5" descr="image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04982" y="4293096"/>
            <a:ext cx="1905000" cy="1905000"/>
          </a:xfrm>
          <a:prstGeom prst="rect">
            <a:avLst/>
          </a:prstGeom>
        </p:spPr>
      </p:pic>
      <p:pic>
        <p:nvPicPr>
          <p:cNvPr id="7" name="Image 6" descr="images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81137" y="4022179"/>
            <a:ext cx="2143125" cy="2143125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647998" y="6156012"/>
            <a:ext cx="2849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Email: Ahmed@esprit.tn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8424862" y="6237312"/>
            <a:ext cx="3833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Email: Mohamed@microsoft.com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92214" y="3429000"/>
            <a:ext cx="902427" cy="606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10"/>
          <p:cNvSpPr txBox="1"/>
          <p:nvPr/>
        </p:nvSpPr>
        <p:spPr>
          <a:xfrm>
            <a:off x="3168278" y="4005064"/>
            <a:ext cx="343555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De : 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  <a:hlinkClick r:id="rId5"/>
              </a:rPr>
              <a:t>hmed@esprit.tn</a:t>
            </a:r>
            <a:endParaRPr lang="fr-FR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fr-FR" dirty="0" smtClean="0"/>
              <a:t>A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 : 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  <a:hlinkClick r:id="rId6"/>
              </a:rPr>
              <a:t>Mohamed@microsoft.com</a:t>
            </a:r>
            <a:endParaRPr lang="fr-FR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fr-FR" dirty="0" smtClean="0"/>
              <a:t>Objet : Bugs</a:t>
            </a:r>
          </a:p>
          <a:p>
            <a:r>
              <a:rPr lang="fr-FR" dirty="0" smtClean="0"/>
              <a:t>…..</a:t>
            </a:r>
          </a:p>
          <a:p>
            <a:r>
              <a:rPr lang="fr-FR" dirty="0" smtClean="0"/>
              <a:t>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Fonctionnement de SMTP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Rectangle à coins arrondis 4"/>
          <p:cNvSpPr/>
          <p:nvPr/>
        </p:nvSpPr>
        <p:spPr>
          <a:xfrm>
            <a:off x="5400526" y="1484784"/>
            <a:ext cx="3528392" cy="158417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chemeClr val="tx1"/>
                </a:solidFill>
              </a:rPr>
              <a:t>Ahmed</a:t>
            </a:r>
            <a:r>
              <a:rPr lang="fr-FR" sz="2000" b="1" dirty="0" smtClean="0">
                <a:solidFill>
                  <a:schemeClr val="tx1"/>
                </a:solidFill>
              </a:rPr>
              <a:t> confie son message au Serveur SMTP de son opérateur via le protocole SMTP</a:t>
            </a:r>
            <a:endParaRPr lang="fr-FR" sz="2000" b="1" dirty="0">
              <a:solidFill>
                <a:schemeClr val="tx1"/>
              </a:solidFill>
            </a:endParaRPr>
          </a:p>
        </p:txBody>
      </p:sp>
      <p:pic>
        <p:nvPicPr>
          <p:cNvPr id="6" name="Image 5" descr="image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04982" y="4293096"/>
            <a:ext cx="1905000" cy="1905000"/>
          </a:xfrm>
          <a:prstGeom prst="rect">
            <a:avLst/>
          </a:prstGeom>
        </p:spPr>
      </p:pic>
      <p:pic>
        <p:nvPicPr>
          <p:cNvPr id="7" name="Image 6" descr="images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81137" y="4022179"/>
            <a:ext cx="2143125" cy="2143125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647998" y="6156012"/>
            <a:ext cx="2849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Email: Ahmed@esprit.tn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8424862" y="6237312"/>
            <a:ext cx="3833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Email: Mohamed@microsoft.com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92214" y="3429000"/>
            <a:ext cx="902427" cy="606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10"/>
          <p:cNvSpPr txBox="1"/>
          <p:nvPr/>
        </p:nvSpPr>
        <p:spPr>
          <a:xfrm>
            <a:off x="3168278" y="4005064"/>
            <a:ext cx="343555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De : 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  <a:hlinkClick r:id="rId5"/>
              </a:rPr>
              <a:t>hmed@esprit.tn</a:t>
            </a:r>
            <a:endParaRPr lang="fr-FR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fr-FR" dirty="0" smtClean="0"/>
              <a:t>A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 : 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  <a:hlinkClick r:id="rId6"/>
              </a:rPr>
              <a:t>Mohamed@microsoft.com</a:t>
            </a:r>
            <a:endParaRPr lang="fr-FR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fr-FR" dirty="0" smtClean="0"/>
              <a:t>Objet : Bugs</a:t>
            </a:r>
          </a:p>
          <a:p>
            <a:r>
              <a:rPr lang="fr-FR" dirty="0" smtClean="0"/>
              <a:t>…..</a:t>
            </a:r>
          </a:p>
          <a:p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12" name="Flèche courbée vers la droite 11"/>
          <p:cNvSpPr/>
          <p:nvPr/>
        </p:nvSpPr>
        <p:spPr>
          <a:xfrm flipV="1">
            <a:off x="1512094" y="2204864"/>
            <a:ext cx="720080" cy="1512168"/>
          </a:xfrm>
          <a:prstGeom prst="curvedRightArrow">
            <a:avLst>
              <a:gd name="adj1" fmla="val 25000"/>
              <a:gd name="adj2" fmla="val 5419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14" name="Image 13" descr="téléchargement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376190" y="1700808"/>
            <a:ext cx="2845853" cy="1496368"/>
          </a:xfrm>
          <a:prstGeom prst="rect">
            <a:avLst/>
          </a:prstGeom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04182" y="2060848"/>
            <a:ext cx="902427" cy="606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ZoneTexte 15"/>
          <p:cNvSpPr txBox="1"/>
          <p:nvPr/>
        </p:nvSpPr>
        <p:spPr>
          <a:xfrm>
            <a:off x="2744615" y="1340768"/>
            <a:ext cx="2439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Serveur SMTP Opérateur Internet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575990" y="2636912"/>
            <a:ext cx="2439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SMTP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Fonctionnement de SMTP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Rectangle à coins arrondis 4"/>
          <p:cNvSpPr/>
          <p:nvPr/>
        </p:nvSpPr>
        <p:spPr>
          <a:xfrm>
            <a:off x="5400526" y="1844824"/>
            <a:ext cx="3528392" cy="158417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chemeClr val="tx1"/>
                </a:solidFill>
              </a:rPr>
              <a:t>Recherche DNS </a:t>
            </a:r>
          </a:p>
          <a:p>
            <a:pPr algn="ctr"/>
            <a:r>
              <a:rPr lang="fr-FR" sz="2000" b="1" dirty="0" smtClean="0">
                <a:solidFill>
                  <a:schemeClr val="tx1"/>
                </a:solidFill>
              </a:rPr>
              <a:t>Enregistrement MX du domaine microsoft.com</a:t>
            </a:r>
            <a:endParaRPr lang="fr-FR" sz="2000" b="1" dirty="0">
              <a:solidFill>
                <a:schemeClr val="tx1"/>
              </a:solidFill>
            </a:endParaRPr>
          </a:p>
        </p:txBody>
      </p:sp>
      <p:pic>
        <p:nvPicPr>
          <p:cNvPr id="6" name="Image 5" descr="image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04982" y="4293096"/>
            <a:ext cx="1905000" cy="1905000"/>
          </a:xfrm>
          <a:prstGeom prst="rect">
            <a:avLst/>
          </a:prstGeom>
        </p:spPr>
      </p:pic>
      <p:pic>
        <p:nvPicPr>
          <p:cNvPr id="7" name="Image 6" descr="images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81137" y="4022179"/>
            <a:ext cx="2143125" cy="2143125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647998" y="6156012"/>
            <a:ext cx="2849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Email: Ahmed@esprit.tn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8424862" y="6237312"/>
            <a:ext cx="3833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Email: Mohamed@microsoft.com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92214" y="3429000"/>
            <a:ext cx="902427" cy="606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10"/>
          <p:cNvSpPr txBox="1"/>
          <p:nvPr/>
        </p:nvSpPr>
        <p:spPr>
          <a:xfrm>
            <a:off x="3168278" y="4005064"/>
            <a:ext cx="343555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De : 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  <a:hlinkClick r:id="rId5"/>
              </a:rPr>
              <a:t>hmed@esprit.tn</a:t>
            </a:r>
            <a:endParaRPr lang="fr-FR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fr-FR" dirty="0" smtClean="0"/>
              <a:t>A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 : 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  <a:hlinkClick r:id="rId6"/>
              </a:rPr>
              <a:t>Mohamed@microsoft.com</a:t>
            </a:r>
            <a:endParaRPr lang="fr-FR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fr-FR" dirty="0" smtClean="0"/>
              <a:t>Objet : Bugs</a:t>
            </a:r>
          </a:p>
          <a:p>
            <a:r>
              <a:rPr lang="fr-FR" dirty="0" smtClean="0"/>
              <a:t>…..</a:t>
            </a:r>
          </a:p>
          <a:p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12" name="Flèche courbée vers la droite 11"/>
          <p:cNvSpPr/>
          <p:nvPr/>
        </p:nvSpPr>
        <p:spPr>
          <a:xfrm flipV="1">
            <a:off x="1512094" y="2204864"/>
            <a:ext cx="720080" cy="1512168"/>
          </a:xfrm>
          <a:prstGeom prst="curvedRightArrow">
            <a:avLst>
              <a:gd name="adj1" fmla="val 25000"/>
              <a:gd name="adj2" fmla="val 5419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13" name="Image 12" descr="téléchargement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376190" y="1700808"/>
            <a:ext cx="2845853" cy="1496368"/>
          </a:xfrm>
          <a:prstGeom prst="rect">
            <a:avLst/>
          </a:prstGeom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04182" y="2060848"/>
            <a:ext cx="902427" cy="606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ZoneTexte 14"/>
          <p:cNvSpPr txBox="1"/>
          <p:nvPr/>
        </p:nvSpPr>
        <p:spPr>
          <a:xfrm>
            <a:off x="2744615" y="1340768"/>
            <a:ext cx="2439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Serveur SMTP Opérateur Internet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75990" y="2708920"/>
            <a:ext cx="2439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SMTP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Fonctionnement de SMTP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6" name="Image 5" descr="image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04982" y="4293096"/>
            <a:ext cx="1905000" cy="1905000"/>
          </a:xfrm>
          <a:prstGeom prst="rect">
            <a:avLst/>
          </a:prstGeom>
        </p:spPr>
      </p:pic>
      <p:pic>
        <p:nvPicPr>
          <p:cNvPr id="7" name="Image 6" descr="images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81137" y="4022179"/>
            <a:ext cx="2143125" cy="2143125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647998" y="6156012"/>
            <a:ext cx="2849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Email: Ahmed@esprit.tn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8424862" y="6237312"/>
            <a:ext cx="3833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Email: Mohamed@microsoft.com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92214" y="3429000"/>
            <a:ext cx="902427" cy="606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10"/>
          <p:cNvSpPr txBox="1"/>
          <p:nvPr/>
        </p:nvSpPr>
        <p:spPr>
          <a:xfrm>
            <a:off x="3168278" y="4005064"/>
            <a:ext cx="343555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De : 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  <a:hlinkClick r:id="rId5"/>
              </a:rPr>
              <a:t>hmed@esprit.tn</a:t>
            </a:r>
            <a:endParaRPr lang="fr-FR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fr-FR" dirty="0" smtClean="0"/>
              <a:t>A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 : 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  <a:hlinkClick r:id="rId6"/>
              </a:rPr>
              <a:t>Mohamed@microsoft.com</a:t>
            </a:r>
            <a:endParaRPr lang="fr-FR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fr-FR" dirty="0" smtClean="0"/>
              <a:t>Objet : Bugs</a:t>
            </a:r>
          </a:p>
          <a:p>
            <a:r>
              <a:rPr lang="fr-FR" dirty="0" smtClean="0"/>
              <a:t>…..</a:t>
            </a:r>
          </a:p>
          <a:p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12" name="Flèche courbée vers la droite 11"/>
          <p:cNvSpPr/>
          <p:nvPr/>
        </p:nvSpPr>
        <p:spPr>
          <a:xfrm flipV="1">
            <a:off x="1512094" y="2204864"/>
            <a:ext cx="720080" cy="1512168"/>
          </a:xfrm>
          <a:prstGeom prst="curvedRightArrow">
            <a:avLst>
              <a:gd name="adj1" fmla="val 25000"/>
              <a:gd name="adj2" fmla="val 5419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13" name="Image 12" descr="téléchargement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376190" y="1700808"/>
            <a:ext cx="2845853" cy="1496368"/>
          </a:xfrm>
          <a:prstGeom prst="rect">
            <a:avLst/>
          </a:prstGeom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04182" y="2030363"/>
            <a:ext cx="902427" cy="606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ZoneTexte 14"/>
          <p:cNvSpPr txBox="1"/>
          <p:nvPr/>
        </p:nvSpPr>
        <p:spPr>
          <a:xfrm>
            <a:off x="2744615" y="1340768"/>
            <a:ext cx="2439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Serveur SMTP Opérateur Internet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7" name="Image 16" descr="téléchargement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784902" y="1916832"/>
            <a:ext cx="2845853" cy="1496368"/>
          </a:xfrm>
          <a:prstGeom prst="rect">
            <a:avLst/>
          </a:prstGeom>
        </p:spPr>
      </p:pic>
      <p:sp>
        <p:nvSpPr>
          <p:cNvPr id="18" name="ZoneTexte 17"/>
          <p:cNvSpPr txBox="1"/>
          <p:nvPr/>
        </p:nvSpPr>
        <p:spPr>
          <a:xfrm>
            <a:off x="9000926" y="1412776"/>
            <a:ext cx="2439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Serveur SMTP microsoft.com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640886" y="2204864"/>
            <a:ext cx="902427" cy="606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Flèche courbée vers la droite 19"/>
          <p:cNvSpPr/>
          <p:nvPr/>
        </p:nvSpPr>
        <p:spPr>
          <a:xfrm rot="5400000" flipV="1">
            <a:off x="6519238" y="366074"/>
            <a:ext cx="714905" cy="3528392"/>
          </a:xfrm>
          <a:prstGeom prst="curvedRightArrow">
            <a:avLst>
              <a:gd name="adj1" fmla="val 25000"/>
              <a:gd name="adj2" fmla="val 5419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2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20406" y="2060848"/>
            <a:ext cx="902427" cy="606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ZoneTexte 21"/>
          <p:cNvSpPr txBox="1"/>
          <p:nvPr/>
        </p:nvSpPr>
        <p:spPr>
          <a:xfrm>
            <a:off x="6192614" y="1412776"/>
            <a:ext cx="2439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SMTP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3" name="Rectangle à coins arrondis 22"/>
          <p:cNvSpPr/>
          <p:nvPr/>
        </p:nvSpPr>
        <p:spPr>
          <a:xfrm>
            <a:off x="5328518" y="2492896"/>
            <a:ext cx="3168352" cy="144016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chemeClr val="tx1"/>
                </a:solidFill>
              </a:rPr>
              <a:t>Le Serveur SMTP </a:t>
            </a:r>
          </a:p>
          <a:p>
            <a:pPr algn="ctr"/>
            <a:r>
              <a:rPr lang="fr-FR" sz="2000" b="1" dirty="0" smtClean="0">
                <a:solidFill>
                  <a:schemeClr val="tx1"/>
                </a:solidFill>
              </a:rPr>
              <a:t>« route » le message vers l’adresse SMTP renvoyée par DNS</a:t>
            </a:r>
            <a:endParaRPr lang="fr-FR" sz="2000" b="1" dirty="0">
              <a:solidFill>
                <a:schemeClr val="tx1"/>
              </a:solidFill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575990" y="2708920"/>
            <a:ext cx="2439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SMTP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 animBg="1"/>
      <p:bldP spid="22" grpId="0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Fonctionnement de SMTP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6" name="Image 5" descr="image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04982" y="4293096"/>
            <a:ext cx="1905000" cy="1905000"/>
          </a:xfrm>
          <a:prstGeom prst="rect">
            <a:avLst/>
          </a:prstGeom>
        </p:spPr>
      </p:pic>
      <p:pic>
        <p:nvPicPr>
          <p:cNvPr id="7" name="Image 6" descr="images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81137" y="4022179"/>
            <a:ext cx="2143125" cy="2143125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647998" y="6156012"/>
            <a:ext cx="2849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Email: Ahmed@esprit.tn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8424862" y="6237312"/>
            <a:ext cx="3833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Email: Mohamed@microsoft.com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92214" y="3429000"/>
            <a:ext cx="902427" cy="606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10"/>
          <p:cNvSpPr txBox="1"/>
          <p:nvPr/>
        </p:nvSpPr>
        <p:spPr>
          <a:xfrm>
            <a:off x="3168278" y="4005064"/>
            <a:ext cx="343555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De : 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  <a:hlinkClick r:id="rId5"/>
              </a:rPr>
              <a:t>hmed@esprit.tn</a:t>
            </a:r>
            <a:endParaRPr lang="fr-FR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fr-FR" dirty="0" smtClean="0"/>
              <a:t>A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 : 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  <a:hlinkClick r:id="rId6"/>
              </a:rPr>
              <a:t>Mohamed@microsoft.com</a:t>
            </a:r>
            <a:endParaRPr lang="fr-FR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fr-FR" dirty="0" smtClean="0"/>
              <a:t>Objet : Bugs</a:t>
            </a:r>
          </a:p>
          <a:p>
            <a:r>
              <a:rPr lang="fr-FR" dirty="0" smtClean="0"/>
              <a:t>…..</a:t>
            </a:r>
          </a:p>
          <a:p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12" name="Flèche courbée vers la droite 11"/>
          <p:cNvSpPr/>
          <p:nvPr/>
        </p:nvSpPr>
        <p:spPr>
          <a:xfrm flipV="1">
            <a:off x="1512094" y="2204864"/>
            <a:ext cx="720080" cy="1512168"/>
          </a:xfrm>
          <a:prstGeom prst="curvedRightArrow">
            <a:avLst>
              <a:gd name="adj1" fmla="val 25000"/>
              <a:gd name="adj2" fmla="val 5419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13" name="Image 12" descr="téléchargement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376190" y="1700808"/>
            <a:ext cx="2845853" cy="1496368"/>
          </a:xfrm>
          <a:prstGeom prst="rect">
            <a:avLst/>
          </a:prstGeom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04182" y="2060848"/>
            <a:ext cx="902427" cy="606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ZoneTexte 14"/>
          <p:cNvSpPr txBox="1"/>
          <p:nvPr/>
        </p:nvSpPr>
        <p:spPr>
          <a:xfrm>
            <a:off x="2744615" y="1340768"/>
            <a:ext cx="2439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Serveur SMTP Opérateur Internet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6" name="Image 15" descr="téléchargement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784902" y="1916832"/>
            <a:ext cx="2845853" cy="1496368"/>
          </a:xfrm>
          <a:prstGeom prst="rect">
            <a:avLst/>
          </a:prstGeom>
        </p:spPr>
      </p:pic>
      <p:sp>
        <p:nvSpPr>
          <p:cNvPr id="17" name="ZoneTexte 16"/>
          <p:cNvSpPr txBox="1"/>
          <p:nvPr/>
        </p:nvSpPr>
        <p:spPr>
          <a:xfrm>
            <a:off x="9000926" y="1412776"/>
            <a:ext cx="2439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Serveur SMTP microsoft.com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640886" y="2204864"/>
            <a:ext cx="902427" cy="606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Organigramme : Stockage à accès direct 18"/>
          <p:cNvSpPr/>
          <p:nvPr/>
        </p:nvSpPr>
        <p:spPr>
          <a:xfrm rot="16200000">
            <a:off x="6624662" y="4437112"/>
            <a:ext cx="1872208" cy="1152128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00726" y="4509120"/>
            <a:ext cx="902427" cy="606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ZoneTexte 20"/>
          <p:cNvSpPr txBox="1"/>
          <p:nvPr/>
        </p:nvSpPr>
        <p:spPr>
          <a:xfrm>
            <a:off x="6552654" y="5445224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/>
              <a:t>Boite aux lettres de Mohamed </a:t>
            </a:r>
            <a:endParaRPr lang="fr-FR" b="1" dirty="0"/>
          </a:p>
        </p:txBody>
      </p:sp>
      <p:sp>
        <p:nvSpPr>
          <p:cNvPr id="22" name="Flèche courbée vers la droite 21"/>
          <p:cNvSpPr/>
          <p:nvPr/>
        </p:nvSpPr>
        <p:spPr>
          <a:xfrm rot="2313050">
            <a:off x="8235941" y="2789666"/>
            <a:ext cx="529860" cy="1434941"/>
          </a:xfrm>
          <a:prstGeom prst="curvedRightArrow">
            <a:avLst>
              <a:gd name="adj1" fmla="val 25000"/>
              <a:gd name="adj2" fmla="val 5419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575990" y="2708920"/>
            <a:ext cx="2439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SMTP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4" name="Flèche courbée vers la droite 23"/>
          <p:cNvSpPr/>
          <p:nvPr/>
        </p:nvSpPr>
        <p:spPr>
          <a:xfrm rot="5400000" flipV="1">
            <a:off x="6519238" y="366074"/>
            <a:ext cx="714905" cy="3528392"/>
          </a:xfrm>
          <a:prstGeom prst="curvedRightArrow">
            <a:avLst>
              <a:gd name="adj1" fmla="val 25000"/>
              <a:gd name="adj2" fmla="val 5419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2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20406" y="2060848"/>
            <a:ext cx="902427" cy="606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ZoneTexte 25"/>
          <p:cNvSpPr txBox="1"/>
          <p:nvPr/>
        </p:nvSpPr>
        <p:spPr>
          <a:xfrm>
            <a:off x="6192614" y="1412776"/>
            <a:ext cx="2439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SMTP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7" name="Rectangle à coins arrondis 26"/>
          <p:cNvSpPr/>
          <p:nvPr/>
        </p:nvSpPr>
        <p:spPr>
          <a:xfrm>
            <a:off x="4896470" y="2492896"/>
            <a:ext cx="3168352" cy="144016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chemeClr val="tx1"/>
                </a:solidFill>
              </a:rPr>
              <a:t>Le message est remis dans la boite aux lettres du destinataire</a:t>
            </a:r>
            <a:endParaRPr lang="fr-FR" sz="2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/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Fonctionnement de SMTP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6" name="Image 5" descr="image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04982" y="4293096"/>
            <a:ext cx="1905000" cy="1905000"/>
          </a:xfrm>
          <a:prstGeom prst="rect">
            <a:avLst/>
          </a:prstGeom>
        </p:spPr>
      </p:pic>
      <p:pic>
        <p:nvPicPr>
          <p:cNvPr id="7" name="Image 6" descr="images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81137" y="4022179"/>
            <a:ext cx="2143125" cy="2143125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647998" y="6156012"/>
            <a:ext cx="2849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Email: Ahmed@esprit.tn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92214" y="3429000"/>
            <a:ext cx="902427" cy="606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ZoneTexte 9"/>
          <p:cNvSpPr txBox="1"/>
          <p:nvPr/>
        </p:nvSpPr>
        <p:spPr>
          <a:xfrm>
            <a:off x="3168278" y="4005064"/>
            <a:ext cx="343555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De : 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  <a:hlinkClick r:id="rId5"/>
              </a:rPr>
              <a:t>hmed@esprit.tn</a:t>
            </a:r>
            <a:endParaRPr lang="fr-FR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fr-FR" dirty="0" smtClean="0"/>
              <a:t>A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 : 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  <a:hlinkClick r:id="rId6"/>
              </a:rPr>
              <a:t>Mohamed@microsoft.com</a:t>
            </a:r>
            <a:endParaRPr lang="fr-FR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fr-FR" dirty="0" smtClean="0"/>
              <a:t>Objet : Bugs</a:t>
            </a:r>
          </a:p>
          <a:p>
            <a:r>
              <a:rPr lang="fr-FR" dirty="0" smtClean="0"/>
              <a:t>…..</a:t>
            </a:r>
          </a:p>
          <a:p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11" name="Flèche courbée vers la droite 10"/>
          <p:cNvSpPr/>
          <p:nvPr/>
        </p:nvSpPr>
        <p:spPr>
          <a:xfrm flipV="1">
            <a:off x="1512094" y="2204864"/>
            <a:ext cx="720080" cy="1512168"/>
          </a:xfrm>
          <a:prstGeom prst="curvedRightArrow">
            <a:avLst>
              <a:gd name="adj1" fmla="val 25000"/>
              <a:gd name="adj2" fmla="val 5419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12" name="Image 11" descr="téléchargement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376190" y="1700808"/>
            <a:ext cx="2845853" cy="1496368"/>
          </a:xfrm>
          <a:prstGeom prst="rect">
            <a:avLst/>
          </a:prstGeom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04182" y="2060848"/>
            <a:ext cx="902427" cy="606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ZoneTexte 13"/>
          <p:cNvSpPr txBox="1"/>
          <p:nvPr/>
        </p:nvSpPr>
        <p:spPr>
          <a:xfrm>
            <a:off x="2744615" y="1340768"/>
            <a:ext cx="2439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Serveur SMTP Opérateur Internet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5" name="Image 14" descr="téléchargement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784902" y="1916832"/>
            <a:ext cx="2845853" cy="1496368"/>
          </a:xfrm>
          <a:prstGeom prst="rect">
            <a:avLst/>
          </a:prstGeom>
        </p:spPr>
      </p:pic>
      <p:sp>
        <p:nvSpPr>
          <p:cNvPr id="16" name="ZoneTexte 15"/>
          <p:cNvSpPr txBox="1"/>
          <p:nvPr/>
        </p:nvSpPr>
        <p:spPr>
          <a:xfrm>
            <a:off x="9000926" y="1412776"/>
            <a:ext cx="2439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Serveur SMTP microsoft.com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640886" y="2204864"/>
            <a:ext cx="902427" cy="606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Organigramme : Stockage à accès direct 17"/>
          <p:cNvSpPr/>
          <p:nvPr/>
        </p:nvSpPr>
        <p:spPr>
          <a:xfrm rot="16200000">
            <a:off x="6624662" y="4437112"/>
            <a:ext cx="1872208" cy="1152128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00726" y="4509120"/>
            <a:ext cx="902427" cy="606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ZoneTexte 19"/>
          <p:cNvSpPr txBox="1"/>
          <p:nvPr/>
        </p:nvSpPr>
        <p:spPr>
          <a:xfrm>
            <a:off x="6552654" y="5445224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/>
              <a:t>Boite aux lettres de Mohamed </a:t>
            </a:r>
            <a:endParaRPr lang="fr-FR" b="1" dirty="0"/>
          </a:p>
        </p:txBody>
      </p:sp>
      <p:pic>
        <p:nvPicPr>
          <p:cNvPr id="2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000926" y="4653136"/>
            <a:ext cx="902427" cy="606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ZoneTexte 21"/>
          <p:cNvSpPr txBox="1"/>
          <p:nvPr/>
        </p:nvSpPr>
        <p:spPr>
          <a:xfrm>
            <a:off x="8424862" y="6237312"/>
            <a:ext cx="3833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Email: Mohamed@microsoft.com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3" name="Flèche courbée vers la droite 22"/>
          <p:cNvSpPr/>
          <p:nvPr/>
        </p:nvSpPr>
        <p:spPr>
          <a:xfrm rot="5400000" flipV="1">
            <a:off x="8496870" y="3717032"/>
            <a:ext cx="504056" cy="1368152"/>
          </a:xfrm>
          <a:prstGeom prst="curvedRightArrow">
            <a:avLst>
              <a:gd name="adj1" fmla="val 25000"/>
              <a:gd name="adj2" fmla="val 5419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7992814" y="3789040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POP3 ou IMAP 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575990" y="2708920"/>
            <a:ext cx="2439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SMTP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6" name="Flèche courbée vers la droite 25"/>
          <p:cNvSpPr/>
          <p:nvPr/>
        </p:nvSpPr>
        <p:spPr>
          <a:xfrm rot="5400000" flipV="1">
            <a:off x="6519238" y="366074"/>
            <a:ext cx="714905" cy="3528392"/>
          </a:xfrm>
          <a:prstGeom prst="curvedRightArrow">
            <a:avLst>
              <a:gd name="adj1" fmla="val 25000"/>
              <a:gd name="adj2" fmla="val 5419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20406" y="2060848"/>
            <a:ext cx="902427" cy="606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ZoneTexte 27"/>
          <p:cNvSpPr txBox="1"/>
          <p:nvPr/>
        </p:nvSpPr>
        <p:spPr>
          <a:xfrm>
            <a:off x="6192614" y="1412776"/>
            <a:ext cx="2439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SMTP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9" name="Rectangle à coins arrondis 28"/>
          <p:cNvSpPr/>
          <p:nvPr/>
        </p:nvSpPr>
        <p:spPr>
          <a:xfrm>
            <a:off x="5256510" y="2492896"/>
            <a:ext cx="3168352" cy="144016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chemeClr val="tx1"/>
                </a:solidFill>
              </a:rPr>
              <a:t>Mohamed récupère le message sur son poste à l’aide des protocoles POP3 ou IMAP</a:t>
            </a:r>
            <a:endParaRPr lang="fr-FR" sz="2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Fonctionnement de SMTP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64022" y="1844823"/>
            <a:ext cx="10535608" cy="4332001"/>
          </a:xfrm>
        </p:spPr>
        <p:txBody>
          <a:bodyPr/>
          <a:lstStyle/>
          <a:p>
            <a:r>
              <a:rPr lang="fr-FR" dirty="0" smtClean="0"/>
              <a:t>Si l’expéditeur et le destinataire se trouvent dans </a:t>
            </a:r>
            <a:r>
              <a:rPr lang="fr-FR" dirty="0" smtClean="0"/>
              <a:t>le même domaines:</a:t>
            </a:r>
            <a:endParaRPr lang="fr-FR" dirty="0" smtClean="0"/>
          </a:p>
          <a:p>
            <a:endParaRPr lang="fr-FR" dirty="0"/>
          </a:p>
        </p:txBody>
      </p:sp>
      <p:pic>
        <p:nvPicPr>
          <p:cNvPr id="6" name="Image 5" descr="image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729902" y="4518016"/>
            <a:ext cx="1680079" cy="1680079"/>
          </a:xfrm>
          <a:prstGeom prst="rect">
            <a:avLst/>
          </a:prstGeom>
        </p:spPr>
      </p:pic>
      <p:pic>
        <p:nvPicPr>
          <p:cNvPr id="7" name="Image 6" descr="images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34173" y="4275215"/>
            <a:ext cx="1890089" cy="1890089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984480" y="6255434"/>
            <a:ext cx="2513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Email: Ahmed@esprit.tn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52254" y="3933056"/>
            <a:ext cx="795879" cy="534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ZoneTexte 9"/>
          <p:cNvSpPr txBox="1"/>
          <p:nvPr/>
        </p:nvSpPr>
        <p:spPr>
          <a:xfrm>
            <a:off x="3573908" y="4402754"/>
            <a:ext cx="30299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De : 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  <a:hlinkClick r:id="rId5"/>
              </a:rPr>
              <a:t>hmed@esprit.tn</a:t>
            </a:r>
            <a:endParaRPr lang="fr-FR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fr-FR" dirty="0" smtClean="0"/>
              <a:t>A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 : 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  <a:hlinkClick r:id="rId6"/>
              </a:rPr>
              <a:t>Mohamed@esprit.tn</a:t>
            </a:r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r>
              <a:rPr lang="fr-FR" dirty="0" smtClean="0"/>
              <a:t>Objet : Bugs</a:t>
            </a:r>
          </a:p>
          <a:p>
            <a:r>
              <a:rPr lang="fr-FR" dirty="0" smtClean="0"/>
              <a:t>…..</a:t>
            </a:r>
          </a:p>
          <a:p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11" name="Flèche courbée vers la droite 10"/>
          <p:cNvSpPr/>
          <p:nvPr/>
        </p:nvSpPr>
        <p:spPr>
          <a:xfrm rot="3317676" flipV="1">
            <a:off x="3622116" y="2693526"/>
            <a:ext cx="504056" cy="1368152"/>
          </a:xfrm>
          <a:prstGeom prst="curvedRightArrow">
            <a:avLst>
              <a:gd name="adj1" fmla="val 25000"/>
              <a:gd name="adj2" fmla="val 5419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12" name="Image 11" descr="téléchargement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896470" y="2492896"/>
            <a:ext cx="2509847" cy="1319694"/>
          </a:xfrm>
          <a:prstGeom prst="rect">
            <a:avLst/>
          </a:prstGeom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08438" y="3068960"/>
            <a:ext cx="795879" cy="534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ZoneTexte 13"/>
          <p:cNvSpPr txBox="1"/>
          <p:nvPr/>
        </p:nvSpPr>
        <p:spPr>
          <a:xfrm>
            <a:off x="5832574" y="2276872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Serveur SMTP esprit.tn 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40686" y="3212976"/>
            <a:ext cx="795879" cy="534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Organigramme : Stockage à accès direct 17"/>
          <p:cNvSpPr/>
          <p:nvPr/>
        </p:nvSpPr>
        <p:spPr>
          <a:xfrm rot="16200000">
            <a:off x="6944672" y="4757122"/>
            <a:ext cx="1368217" cy="1016098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72734" y="4725144"/>
            <a:ext cx="795879" cy="534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ZoneTexte 19"/>
          <p:cNvSpPr txBox="1"/>
          <p:nvPr/>
        </p:nvSpPr>
        <p:spPr>
          <a:xfrm>
            <a:off x="6696670" y="5818038"/>
            <a:ext cx="19051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/>
              <a:t>Boite aux lettres de Mohamed </a:t>
            </a:r>
            <a:endParaRPr lang="fr-FR" b="1" dirty="0"/>
          </a:p>
        </p:txBody>
      </p:sp>
      <p:pic>
        <p:nvPicPr>
          <p:cNvPr id="2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07474" y="4724750"/>
            <a:ext cx="795879" cy="534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ZoneTexte 21"/>
          <p:cNvSpPr txBox="1"/>
          <p:nvPr/>
        </p:nvSpPr>
        <p:spPr>
          <a:xfrm>
            <a:off x="8877431" y="6336734"/>
            <a:ext cx="3380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Email: Mohamed@esprit.tn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4" name="Flèche courbée vers la droite 23"/>
          <p:cNvSpPr/>
          <p:nvPr/>
        </p:nvSpPr>
        <p:spPr>
          <a:xfrm rot="9672640" flipV="1">
            <a:off x="7966832" y="3311083"/>
            <a:ext cx="504056" cy="1368152"/>
          </a:xfrm>
          <a:prstGeom prst="curvedRightArrow">
            <a:avLst>
              <a:gd name="adj1" fmla="val 25000"/>
              <a:gd name="adj2" fmla="val 5419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5" name="Flèche courbée vers la droite 24"/>
          <p:cNvSpPr/>
          <p:nvPr/>
        </p:nvSpPr>
        <p:spPr>
          <a:xfrm rot="5400000" flipV="1">
            <a:off x="8729814" y="3861048"/>
            <a:ext cx="504056" cy="1368152"/>
          </a:xfrm>
          <a:prstGeom prst="curvedRightArrow">
            <a:avLst>
              <a:gd name="adj1" fmla="val 25000"/>
              <a:gd name="adj2" fmla="val 5419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1872134" y="3068960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SMTP 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8136830" y="3954650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>
                <a:solidFill>
                  <a:schemeClr val="accent1">
                    <a:lumMod val="50000"/>
                  </a:schemeClr>
                </a:solidFill>
              </a:rPr>
              <a:t>POP3 ou IMAP </a:t>
            </a:r>
            <a:endParaRPr lang="fr-FR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4" grpId="0"/>
      <p:bldP spid="18" grpId="0" animBg="1"/>
      <p:bldP spid="20" grpId="0"/>
      <p:bldP spid="24" grpId="0" animBg="1"/>
      <p:bldP spid="25" grpId="0" animBg="1"/>
      <p:bldP spid="26" grpId="0"/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 smtClean="0"/>
              <a:t>Architecture de système de messagerie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41584" y="1484784"/>
            <a:ext cx="10558046" cy="4351200"/>
          </a:xfrm>
        </p:spPr>
        <p:txBody>
          <a:bodyPr/>
          <a:lstStyle/>
          <a:p>
            <a:r>
              <a:rPr lang="fr-FR" dirty="0" smtClean="0"/>
              <a:t>L’acheminement complet d’un message de l’émetteur vers de le destinataire se fait en huit étapes: </a:t>
            </a:r>
          </a:p>
          <a:p>
            <a:endParaRPr lang="fr-F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7277" y="2348880"/>
            <a:ext cx="9681841" cy="4352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Architecture de système de messagerie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2000" b="1" dirty="0" smtClean="0"/>
              <a:t>Les éléments du dialogue</a:t>
            </a:r>
          </a:p>
          <a:p>
            <a:pPr lvl="1">
              <a:buFont typeface="Arial" pitchFamily="34" charset="0"/>
              <a:buChar char="•"/>
            </a:pPr>
            <a:r>
              <a:rPr lang="fr-FR" sz="2000" b="1" dirty="0" smtClean="0">
                <a:latin typeface="Times New Roman" pitchFamily="18" charset="0"/>
                <a:cs typeface="Times New Roman" pitchFamily="18" charset="0"/>
              </a:rPr>
              <a:t>MUA: Mail User Agent</a:t>
            </a:r>
          </a:p>
          <a:p>
            <a:pPr lvl="2">
              <a:buNone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Processus de poste client permettant de rédiger, envoyer et lire les messages. Ex: </a:t>
            </a:r>
            <a:r>
              <a:rPr lang="fr-FR" sz="2000" dirty="0" err="1" smtClean="0">
                <a:latin typeface="Times New Roman" pitchFamily="18" charset="0"/>
                <a:cs typeface="Times New Roman" pitchFamily="18" charset="0"/>
              </a:rPr>
              <a:t>outlook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 Express, </a:t>
            </a:r>
            <a:r>
              <a:rPr lang="fr-FR" sz="2000" dirty="0" err="1" smtClean="0">
                <a:latin typeface="Times New Roman" pitchFamily="18" charset="0"/>
                <a:cs typeface="Times New Roman" pitchFamily="18" charset="0"/>
              </a:rPr>
              <a:t>Thunderbird</a:t>
            </a:r>
            <a:endParaRPr lang="fr-FR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fr-FR" sz="2000" b="1" dirty="0" smtClean="0">
                <a:latin typeface="Times New Roman" pitchFamily="18" charset="0"/>
                <a:cs typeface="Times New Roman" pitchFamily="18" charset="0"/>
              </a:rPr>
              <a:t>MTA: Mail Transfert Agent</a:t>
            </a:r>
          </a:p>
          <a:p>
            <a:pPr lvl="2">
              <a:buNone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Processus serveur permettant d’acheminer les courrier. Protocole associé: SMTP</a:t>
            </a:r>
          </a:p>
          <a:p>
            <a:pPr lvl="1">
              <a:buFont typeface="Arial" pitchFamily="34" charset="0"/>
              <a:buChar char="•"/>
            </a:pPr>
            <a:r>
              <a:rPr lang="fr-FR" sz="2000" b="1" dirty="0" smtClean="0">
                <a:latin typeface="Times New Roman" pitchFamily="18" charset="0"/>
                <a:cs typeface="Times New Roman" pitchFamily="18" charset="0"/>
              </a:rPr>
              <a:t>MDA: Mail </a:t>
            </a:r>
            <a:r>
              <a:rPr lang="fr-FR" sz="2000" b="1" dirty="0" err="1" smtClean="0">
                <a:latin typeface="Times New Roman" pitchFamily="18" charset="0"/>
                <a:cs typeface="Times New Roman" pitchFamily="18" charset="0"/>
              </a:rPr>
              <a:t>Delivery</a:t>
            </a:r>
            <a:r>
              <a:rPr lang="fr-FR" sz="2000" b="1" dirty="0" smtClean="0">
                <a:latin typeface="Times New Roman" pitchFamily="18" charset="0"/>
                <a:cs typeface="Times New Roman" pitchFamily="18" charset="0"/>
              </a:rPr>
              <a:t> Agent</a:t>
            </a:r>
          </a:p>
          <a:p>
            <a:pPr lvl="2">
              <a:buNone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Processus serveur qui délivre les messages dans les boites aux lettres utilisateurs</a:t>
            </a:r>
          </a:p>
          <a:p>
            <a:pPr lvl="1">
              <a:buFont typeface="Arial" pitchFamily="34" charset="0"/>
              <a:buChar char="•"/>
            </a:pPr>
            <a:r>
              <a:rPr lang="fr-FR" sz="2000" b="1" dirty="0" smtClean="0">
                <a:latin typeface="Times New Roman" pitchFamily="18" charset="0"/>
                <a:cs typeface="Times New Roman" pitchFamily="18" charset="0"/>
              </a:rPr>
              <a:t>MAA: Mail Access Agent</a:t>
            </a:r>
          </a:p>
          <a:p>
            <a:pPr lvl="2">
              <a:buNone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Processus serveur permettant de récupérer les messages dans les boites aux lettres utilisateurs. Protocole associé: POP, IMAP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Protocoles  de messagerie 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2000" dirty="0" smtClean="0"/>
              <a:t>On peut distinguer deux catégories de protocoles:</a:t>
            </a:r>
          </a:p>
          <a:p>
            <a:pPr lvl="1">
              <a:buFont typeface="Wingdings" pitchFamily="2" charset="2"/>
              <a:buChar char="q"/>
            </a:pPr>
            <a:r>
              <a:rPr lang="fr-FR" sz="2000" b="1" dirty="0" smtClean="0">
                <a:latin typeface="Times New Roman" pitchFamily="18" charset="0"/>
                <a:cs typeface="Times New Roman" pitchFamily="18" charset="0"/>
              </a:rPr>
              <a:t>Protocoles de transfert</a:t>
            </a:r>
          </a:p>
          <a:p>
            <a:pPr lvl="1">
              <a:buFont typeface="Arial" pitchFamily="34" charset="0"/>
              <a:buChar char="•"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Simple Mail Transfer Protocol (SMTP)</a:t>
            </a:r>
          </a:p>
          <a:p>
            <a:pPr lvl="1">
              <a:buNone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	- C’est le principal protocole pour l'envoi d'emails</a:t>
            </a:r>
          </a:p>
          <a:p>
            <a:pPr lvl="1">
              <a:buNone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	- Ce protocole gère l’envoi des messages du client vers le serveur, puis d'un serveur à un autre, jusqu’à la réception finale.</a:t>
            </a:r>
          </a:p>
          <a:p>
            <a:pPr lvl="1">
              <a:buFont typeface="Wingdings" pitchFamily="2" charset="2"/>
              <a:buChar char="q"/>
            </a:pPr>
            <a:r>
              <a:rPr lang="fr-FR" sz="2000" b="1" dirty="0" smtClean="0">
                <a:latin typeface="Times New Roman" pitchFamily="18" charset="0"/>
                <a:cs typeface="Times New Roman" pitchFamily="18" charset="0"/>
              </a:rPr>
              <a:t>Protocoles de réception</a:t>
            </a:r>
          </a:p>
          <a:p>
            <a:pPr lvl="1">
              <a:buFont typeface="Arial" pitchFamily="34" charset="0"/>
              <a:buChar char="•"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Post Office Protocol (POP) /Internet Message Access Protocol (IMAP)</a:t>
            </a:r>
          </a:p>
          <a:p>
            <a:pPr lvl="2">
              <a:buFontTx/>
              <a:buChar char="-"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Ces protocoles permettent aux utilisateurs de récupérer leurs emails depuis le serveur vers leur client de messagerie.</a:t>
            </a:r>
          </a:p>
          <a:p>
            <a:pPr lvl="2">
              <a:buFontTx/>
              <a:buChar char="-"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Orienté vers la réception et la gestion des e-mails par les utilisateurs finaux.</a:t>
            </a:r>
          </a:p>
          <a:p>
            <a:pPr lvl="1"/>
            <a:endParaRPr lang="fr-FR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endParaRPr lang="fr-FR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buFontTx/>
              <a:buChar char="-"/>
            </a:pPr>
            <a:endParaRPr lang="fr-FR" sz="2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Différence entre POP3 et IMAP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graphicFrame>
        <p:nvGraphicFramePr>
          <p:cNvPr id="25" name="Tableau 24"/>
          <p:cNvGraphicFramePr>
            <a:graphicFrameLocks noGrp="1"/>
          </p:cNvGraphicFramePr>
          <p:nvPr/>
        </p:nvGraphicFramePr>
        <p:xfrm>
          <a:off x="1440086" y="1628800"/>
          <a:ext cx="9937104" cy="485764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312368"/>
                <a:gridCol w="3312368"/>
                <a:gridCol w="3312368"/>
              </a:tblGrid>
              <a:tr h="284120">
                <a:tc>
                  <a:txBody>
                    <a:bodyPr/>
                    <a:lstStyle/>
                    <a:p>
                      <a:r>
                        <a:rPr lang="fr-FR" sz="1400" b="1" dirty="0"/>
                        <a:t>Critère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b="1"/>
                        <a:t>POP3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b="1" dirty="0"/>
                        <a:t>IMAP</a:t>
                      </a:r>
                    </a:p>
                  </a:txBody>
                  <a:tcPr anchor="ctr"/>
                </a:tc>
              </a:tr>
              <a:tr h="681888">
                <a:tc>
                  <a:txBody>
                    <a:bodyPr/>
                    <a:lstStyle/>
                    <a:p>
                      <a:r>
                        <a:rPr lang="fr-FR" sz="1400" b="1" dirty="0"/>
                        <a:t>Mode de fonctionnement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Télécharge les emails et les supprime par défaut du </a:t>
                      </a:r>
                      <a:r>
                        <a:rPr lang="fr-FR" sz="1400" dirty="0" smtClean="0"/>
                        <a:t>serveur</a:t>
                      </a:r>
                      <a:endParaRPr lang="fr-F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Synchronise les emails entre le serveur et les appareils de l’utilisateur</a:t>
                      </a:r>
                    </a:p>
                  </a:txBody>
                  <a:tcPr anchor="ctr"/>
                </a:tc>
              </a:tr>
              <a:tr h="681888">
                <a:tc>
                  <a:txBody>
                    <a:bodyPr/>
                    <a:lstStyle/>
                    <a:p>
                      <a:r>
                        <a:rPr lang="fr-FR" sz="1400" b="1" dirty="0"/>
                        <a:t>Fonctionnalités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Fonctionnalités basiques, comme le téléchargement des emails de la boîte de réception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Gestion avancée des emails (dossiers, statut lu/non lu, recherche, etc.)</a:t>
                      </a:r>
                    </a:p>
                  </a:txBody>
                  <a:tcPr anchor="ctr"/>
                </a:tc>
              </a:tr>
              <a:tr h="681888">
                <a:tc>
                  <a:txBody>
                    <a:bodyPr/>
                    <a:lstStyle/>
                    <a:p>
                      <a:r>
                        <a:rPr lang="fr-FR" sz="1400" b="1" dirty="0"/>
                        <a:t>Accès multi-appareils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Limité, car les emails sont souvent supprimés du serveur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Idéal, car les emails restent sur le serveur et sont synchronisés sur tous les appareils</a:t>
                      </a:r>
                    </a:p>
                  </a:txBody>
                  <a:tcPr anchor="ctr"/>
                </a:tc>
              </a:tr>
              <a:tr h="6818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dirty="0" smtClean="0"/>
                        <a:t>Mode hors ligne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Accès aux emails téléchargés disponible hors ligne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Nécessite une connexion Internet pour synchroniser les nouvelles actions, mais accès partiel hors ligne</a:t>
                      </a:r>
                    </a:p>
                  </a:txBody>
                  <a:tcPr anchor="ctr"/>
                </a:tc>
              </a:tr>
              <a:tr h="6818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dirty="0" smtClean="0"/>
                        <a:t>Gestion du stockage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dirty="0" smtClean="0"/>
                        <a:t>Les emails sont stockés localement, libérant de l’espace sur le serveur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dirty="0" smtClean="0"/>
                        <a:t>Les emails sont stockés sur le serveur, nécessitant plus de stockage serveur</a:t>
                      </a:r>
                    </a:p>
                    <a:p>
                      <a:endParaRPr lang="fr-FR" dirty="0"/>
                    </a:p>
                  </a:txBody>
                  <a:tcPr/>
                </a:tc>
              </a:tr>
              <a:tr h="8807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dirty="0" smtClean="0"/>
                        <a:t>Utilisation recommandée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dirty="0" smtClean="0"/>
                        <a:t>Utilisé pour stocker les emails localement sur un seul appareil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dirty="0" smtClean="0"/>
                        <a:t>Recommandé pour l’accès aux emails depuis plusieurs appareils avec une synchronisation continue</a:t>
                      </a:r>
                    </a:p>
                    <a:p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Transmission des Messages SMTP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b="1" dirty="0" smtClean="0"/>
              <a:t>Les commandes SMTP</a:t>
            </a:r>
          </a:p>
          <a:p>
            <a:pPr lvl="1">
              <a:buFont typeface="Arial" pitchFamily="34" charset="0"/>
              <a:buChar char="•"/>
            </a:pPr>
            <a:r>
              <a:rPr lang="fr-FR" sz="2000" b="1" dirty="0" smtClean="0">
                <a:latin typeface="Times New Roman" pitchFamily="18" charset="0"/>
                <a:cs typeface="Times New Roman" pitchFamily="18" charset="0"/>
              </a:rPr>
              <a:t>Initiation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 :</a:t>
            </a:r>
          </a:p>
          <a:p>
            <a:pPr lvl="2">
              <a:buNone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Commandes </a:t>
            </a:r>
            <a:r>
              <a:rPr lang="fr-FR" sz="2000" b="1" dirty="0" smtClean="0">
                <a:latin typeface="Times New Roman" pitchFamily="18" charset="0"/>
                <a:cs typeface="Times New Roman" pitchFamily="18" charset="0"/>
              </a:rPr>
              <a:t>HELO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 ou </a:t>
            </a:r>
            <a:r>
              <a:rPr lang="fr-FR" sz="2000" b="1" dirty="0" smtClean="0">
                <a:latin typeface="Times New Roman" pitchFamily="18" charset="0"/>
                <a:cs typeface="Times New Roman" pitchFamily="18" charset="0"/>
              </a:rPr>
              <a:t>EHLO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 : pour s'identifier au serveur.</a:t>
            </a:r>
          </a:p>
          <a:p>
            <a:pPr lvl="2">
              <a:buNone/>
            </a:pPr>
            <a:r>
              <a:rPr lang="fr-FR" sz="2000" b="1" dirty="0" smtClean="0">
                <a:latin typeface="Times New Roman" pitchFamily="18" charset="0"/>
                <a:cs typeface="Times New Roman" pitchFamily="18" charset="0"/>
              </a:rPr>
              <a:t>- MAIL FROM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 : indique l'adresse e-mail de l'expéditeur.</a:t>
            </a:r>
          </a:p>
          <a:p>
            <a:pPr lvl="2">
              <a:buNone/>
            </a:pPr>
            <a:r>
              <a:rPr lang="fr-FR" sz="2000" b="1" dirty="0" smtClean="0">
                <a:latin typeface="Times New Roman" pitchFamily="18" charset="0"/>
                <a:cs typeface="Times New Roman" pitchFamily="18" charset="0"/>
              </a:rPr>
              <a:t>- RCPT TO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 : précisez l'adresse du destinataire.</a:t>
            </a:r>
          </a:p>
          <a:p>
            <a:pPr lvl="1">
              <a:buFont typeface="Arial" pitchFamily="34" charset="0"/>
              <a:buChar char="•"/>
            </a:pPr>
            <a:r>
              <a:rPr lang="fr-FR" sz="2000" b="1" dirty="0" smtClean="0">
                <a:latin typeface="Times New Roman" pitchFamily="18" charset="0"/>
                <a:cs typeface="Times New Roman" pitchFamily="18" charset="0"/>
              </a:rPr>
              <a:t>Transfert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 :</a:t>
            </a:r>
          </a:p>
          <a:p>
            <a:pPr lvl="2">
              <a:buNone/>
            </a:pPr>
            <a:r>
              <a:rPr lang="fr-FR" sz="2000" b="1" dirty="0" smtClean="0">
                <a:latin typeface="Times New Roman" pitchFamily="18" charset="0"/>
                <a:cs typeface="Times New Roman" pitchFamily="18" charset="0"/>
              </a:rPr>
              <a:t>- DATA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 : début du contenu du message, incluant l'objet, le corps et les pièces jointes.</a:t>
            </a:r>
          </a:p>
          <a:p>
            <a:pPr lvl="2">
              <a:buNone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- Utilisation de la séquence de fin ( </a:t>
            </a:r>
            <a:r>
              <a:rPr lang="fr-FR" sz="20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&lt;CR&gt;&lt;LF&gt;) pour indiquer la fin du message.</a:t>
            </a:r>
          </a:p>
          <a:p>
            <a:pPr lvl="1">
              <a:buFont typeface="Arial" pitchFamily="34" charset="0"/>
              <a:buChar char="•"/>
            </a:pPr>
            <a:r>
              <a:rPr lang="fr-FR" sz="2000" b="1" dirty="0" smtClean="0">
                <a:latin typeface="Times New Roman" pitchFamily="18" charset="0"/>
                <a:cs typeface="Times New Roman" pitchFamily="18" charset="0"/>
              </a:rPr>
              <a:t>Fin de vie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 :</a:t>
            </a:r>
          </a:p>
          <a:p>
            <a:pPr lvl="2">
              <a:buNone/>
            </a:pPr>
            <a:r>
              <a:rPr lang="fr-FR" sz="2000" b="1" dirty="0" smtClean="0">
                <a:latin typeface="Times New Roman" pitchFamily="18" charset="0"/>
                <a:cs typeface="Times New Roman" pitchFamily="18" charset="0"/>
              </a:rPr>
              <a:t>- QUIT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 : commande pour clore la session SMTP.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Transmission des Messages SMTP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 smtClean="0"/>
              <a:t>Les réponses du serveur SMTP</a:t>
            </a:r>
            <a:endParaRPr lang="fr-FR" b="1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4878" y="2780931"/>
            <a:ext cx="8437252" cy="3195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 smtClean="0"/>
              <a:t>Exemple d’échanges SMTP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7137" y="2245568"/>
            <a:ext cx="948694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Type de client de messagerie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graphicFrame>
        <p:nvGraphicFramePr>
          <p:cNvPr id="4" name="Tableau 3"/>
          <p:cNvGraphicFramePr>
            <a:graphicFrameLocks noGrp="1"/>
          </p:cNvGraphicFramePr>
          <p:nvPr/>
        </p:nvGraphicFramePr>
        <p:xfrm>
          <a:off x="1800126" y="2276872"/>
          <a:ext cx="8784976" cy="363822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96244"/>
                <a:gridCol w="2196244"/>
                <a:gridCol w="2196244"/>
                <a:gridCol w="2196244"/>
              </a:tblGrid>
              <a:tr h="792088">
                <a:tc>
                  <a:txBody>
                    <a:bodyPr/>
                    <a:lstStyle/>
                    <a:p>
                      <a:r>
                        <a:rPr lang="fr-FR" dirty="0"/>
                        <a:t>Type de client de messagerie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Avantages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Exemples</a:t>
                      </a:r>
                    </a:p>
                  </a:txBody>
                  <a:tcPr anchor="ctr"/>
                </a:tc>
              </a:tr>
              <a:tr h="1423068">
                <a:tc>
                  <a:txBody>
                    <a:bodyPr/>
                    <a:lstStyle/>
                    <a:p>
                      <a:r>
                        <a:rPr lang="fr-FR" dirty="0"/>
                        <a:t>Client de bureau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Application installée sur l'ordinateur qui permet de gérer les emails en local et en ligne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Accès hors ligne, fonctionnalités avancées (calendrier, contacts), interface personnalisable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Microsoft Outlook, Mozilla Thunderbird, Apple Mail</a:t>
                      </a:r>
                      <a:endParaRPr lang="fr-FR" dirty="0"/>
                    </a:p>
                  </a:txBody>
                  <a:tcPr/>
                </a:tc>
              </a:tr>
              <a:tr h="1423068">
                <a:tc>
                  <a:txBody>
                    <a:bodyPr/>
                    <a:lstStyle/>
                    <a:p>
                      <a:r>
                        <a:rPr lang="fr-FR" dirty="0" smtClean="0"/>
                        <a:t>Client web (</a:t>
                      </a:r>
                      <a:r>
                        <a:rPr lang="fr-FR" dirty="0" err="1" smtClean="0"/>
                        <a:t>Webmail</a:t>
                      </a:r>
                      <a:r>
                        <a:rPr lang="fr-FR" dirty="0" smtClean="0"/>
                        <a:t>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Accessible via un navigateur web, sans installation, stockage des emails en ligne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Accessible depuis n’importe quel appareil connecté, interface simplifiée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Gmail</a:t>
                      </a:r>
                      <a:r>
                        <a:rPr lang="fr-FR" dirty="0" smtClean="0"/>
                        <a:t>, Yahoo Mail, Outlook.com</a:t>
                      </a:r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Next</a:t>
            </a:r>
            <a:endParaRPr lang="fr-FR" dirty="0"/>
          </a:p>
        </p:txBody>
      </p:sp>
      <p:graphicFrame>
        <p:nvGraphicFramePr>
          <p:cNvPr id="5" name="Diagramme 4"/>
          <p:cNvGraphicFramePr/>
          <p:nvPr/>
        </p:nvGraphicFramePr>
        <p:xfrm>
          <a:off x="1944142" y="1628800"/>
          <a:ext cx="8256869" cy="4520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Espace réservé du numéro de diapositive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837926E-AD25-459A-86C5-50D6DD64BEDE}" type="slidenum">
              <a:rPr lang="fr-FR" smtClean="0"/>
              <a:pPr/>
              <a:t>22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85;ge2bdff7c1c_1_52"/>
          <p:cNvSpPr/>
          <p:nvPr/>
        </p:nvSpPr>
        <p:spPr>
          <a:xfrm>
            <a:off x="0" y="-28242"/>
            <a:ext cx="12241213" cy="6886200"/>
          </a:xfrm>
          <a:prstGeom prst="rect">
            <a:avLst/>
          </a:prstGeom>
          <a:solidFill>
            <a:srgbClr val="9E000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186;ge2bdff7c1c_1_52" descr="Picture 7"/>
          <p:cNvPicPr preferRelativeResize="0"/>
          <p:nvPr/>
        </p:nvPicPr>
        <p:blipFill rotWithShape="1">
          <a:blip r:embed="rId2" cstate="print">
            <a:alphaModFix/>
          </a:blip>
          <a:srcRect/>
          <a:stretch/>
        </p:blipFill>
        <p:spPr>
          <a:xfrm flipH="1">
            <a:off x="9397310" y="-28258"/>
            <a:ext cx="2843903" cy="194913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87;ge2bdff7c1c_1_52"/>
          <p:cNvSpPr txBox="1">
            <a:spLocks/>
          </p:cNvSpPr>
          <p:nvPr/>
        </p:nvSpPr>
        <p:spPr>
          <a:xfrm>
            <a:off x="635576" y="1732876"/>
            <a:ext cx="10499009" cy="3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ct val="152777"/>
            </a:pPr>
            <a:endParaRPr lang="en-US" sz="4800" b="1" kern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ct val="152777"/>
            </a:pPr>
            <a:endParaRPr lang="en-US" sz="4800" b="1" kern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ct val="92243"/>
            </a:pPr>
            <a:r>
              <a:rPr lang="en-US" sz="4800" kern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 </a:t>
            </a:r>
            <a:r>
              <a:rPr lang="en-US" sz="4800" kern="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</a:t>
            </a:r>
            <a:r>
              <a:rPr lang="en-US" sz="4800" kern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kern="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4800" kern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ct val="92243"/>
            </a:pPr>
            <a:endParaRPr lang="en-US" sz="4800" kern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ct val="92243"/>
            </a:pPr>
            <a:endParaRPr lang="en-US" sz="4800" b="1" kern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837926E-AD25-459A-86C5-50D6DD64BEDE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420569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Thème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1146</TotalTime>
  <Words>948</Words>
  <Application>Microsoft Office PowerPoint</Application>
  <PresentationFormat>Personnalisé</PresentationFormat>
  <Paragraphs>209</Paragraphs>
  <Slides>23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4" baseType="lpstr">
      <vt:lpstr>Thème Office</vt:lpstr>
      <vt:lpstr>Chapitre 3 Service de messagerie</vt:lpstr>
      <vt:lpstr>Objectifs</vt:lpstr>
      <vt:lpstr>Plan</vt:lpstr>
      <vt:lpstr>Introduction</vt:lpstr>
      <vt:lpstr>Présentation de SMTP</vt:lpstr>
      <vt:lpstr>Fonctionnement de SMTP</vt:lpstr>
      <vt:lpstr>Fonctionnement de SMTP</vt:lpstr>
      <vt:lpstr>Fonctionnement de SMTP</vt:lpstr>
      <vt:lpstr>Fonctionnement de SMTP</vt:lpstr>
      <vt:lpstr>Fonctionnement de SMTP</vt:lpstr>
      <vt:lpstr>Fonctionnement de SMTP</vt:lpstr>
      <vt:lpstr>Fonctionnement de SMTP</vt:lpstr>
      <vt:lpstr>Fonctionnement de SMTP</vt:lpstr>
      <vt:lpstr>Architecture de système de messagerie</vt:lpstr>
      <vt:lpstr>Architecture de système de messagerie</vt:lpstr>
      <vt:lpstr>Protocoles  de messagerie </vt:lpstr>
      <vt:lpstr>Différence entre POP3 et IMAP</vt:lpstr>
      <vt:lpstr>Transmission des Messages SMTP</vt:lpstr>
      <vt:lpstr>Transmission des Messages SMTP</vt:lpstr>
      <vt:lpstr>Exemple d’échanges SMTP</vt:lpstr>
      <vt:lpstr>Type de client de messagerie</vt:lpstr>
      <vt:lpstr>Next</vt:lpstr>
      <vt:lpstr>Diapositive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Utilisateur Windows</dc:creator>
  <cp:lastModifiedBy>Utilisateur Windows</cp:lastModifiedBy>
  <cp:revision>50</cp:revision>
  <dcterms:created xsi:type="dcterms:W3CDTF">2020-12-01T07:00:01Z</dcterms:created>
  <dcterms:modified xsi:type="dcterms:W3CDTF">2024-12-02T13:52:46Z</dcterms:modified>
</cp:coreProperties>
</file>